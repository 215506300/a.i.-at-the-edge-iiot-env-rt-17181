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96" y="17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AF94C9-B5A1-47AA-A015-164F3690EB0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D2D78DB-E1EF-47CA-9F21-71628393E2DF}">
      <dgm:prSet/>
      <dgm:spPr/>
      <dgm:t>
        <a:bodyPr/>
        <a:lstStyle/>
        <a:p>
          <a:pPr>
            <a:defRPr cap="all"/>
          </a:pPr>
          <a:r>
            <a:rPr lang="en-US"/>
            <a:t>Course: ITAI 3377</a:t>
          </a:r>
        </a:p>
      </dgm:t>
    </dgm:pt>
    <dgm:pt modelId="{95C11D33-52C8-4C56-8700-DA9070956AD8}" type="parTrans" cxnId="{787A499B-ADFA-466C-A498-95E94A113D49}">
      <dgm:prSet/>
      <dgm:spPr/>
      <dgm:t>
        <a:bodyPr/>
        <a:lstStyle/>
        <a:p>
          <a:endParaRPr lang="en-US"/>
        </a:p>
      </dgm:t>
    </dgm:pt>
    <dgm:pt modelId="{F16D7065-A7FB-4A44-AC09-940F986AD914}" type="sibTrans" cxnId="{787A499B-ADFA-466C-A498-95E94A113D49}">
      <dgm:prSet/>
      <dgm:spPr/>
      <dgm:t>
        <a:bodyPr/>
        <a:lstStyle/>
        <a:p>
          <a:endParaRPr lang="en-US"/>
        </a:p>
      </dgm:t>
    </dgm:pt>
    <dgm:pt modelId="{3037AB4D-0179-4843-AC43-6481BEDC185F}">
      <dgm:prSet/>
      <dgm:spPr/>
      <dgm:t>
        <a:bodyPr/>
        <a:lstStyle/>
        <a:p>
          <a:pPr>
            <a:defRPr cap="all"/>
          </a:pPr>
          <a:r>
            <a:rPr lang="en-US"/>
            <a:t>Team: Jenner Ramos, Ryan Yauch, Maira Tanweer, Martin Demel</a:t>
          </a:r>
        </a:p>
      </dgm:t>
    </dgm:pt>
    <dgm:pt modelId="{A34AEF6E-094E-44C2-AF1F-41BE8B774EC5}" type="parTrans" cxnId="{92045782-4F48-4186-9F2D-EAB4F52DBD95}">
      <dgm:prSet/>
      <dgm:spPr/>
      <dgm:t>
        <a:bodyPr/>
        <a:lstStyle/>
        <a:p>
          <a:endParaRPr lang="en-US"/>
        </a:p>
      </dgm:t>
    </dgm:pt>
    <dgm:pt modelId="{79BE9474-000D-4B49-BD73-2BBC70093975}" type="sibTrans" cxnId="{92045782-4F48-4186-9F2D-EAB4F52DBD95}">
      <dgm:prSet/>
      <dgm:spPr/>
      <dgm:t>
        <a:bodyPr/>
        <a:lstStyle/>
        <a:p>
          <a:endParaRPr lang="en-US"/>
        </a:p>
      </dgm:t>
    </dgm:pt>
    <dgm:pt modelId="{8E06CD3B-E1DD-4A66-AAAB-685A40FDF419}">
      <dgm:prSet/>
      <dgm:spPr/>
      <dgm:t>
        <a:bodyPr/>
        <a:lstStyle/>
        <a:p>
          <a:pPr>
            <a:defRPr cap="all"/>
          </a:pPr>
          <a:r>
            <a:rPr lang="en-US"/>
            <a:t>Goal: Predict temperature using time-series machine learning</a:t>
          </a:r>
        </a:p>
      </dgm:t>
    </dgm:pt>
    <dgm:pt modelId="{14976DD9-A503-41C9-8528-D5875B9BCFFD}" type="parTrans" cxnId="{7FAEA3AD-B592-4927-B4A2-8CEDCDAE6B1A}">
      <dgm:prSet/>
      <dgm:spPr/>
      <dgm:t>
        <a:bodyPr/>
        <a:lstStyle/>
        <a:p>
          <a:endParaRPr lang="en-US"/>
        </a:p>
      </dgm:t>
    </dgm:pt>
    <dgm:pt modelId="{3B6F8110-D959-4B82-90C8-09353CCABAB7}" type="sibTrans" cxnId="{7FAEA3AD-B592-4927-B4A2-8CEDCDAE6B1A}">
      <dgm:prSet/>
      <dgm:spPr/>
      <dgm:t>
        <a:bodyPr/>
        <a:lstStyle/>
        <a:p>
          <a:endParaRPr lang="en-US"/>
        </a:p>
      </dgm:t>
    </dgm:pt>
    <dgm:pt modelId="{D5DF0179-37AA-4DD6-B31C-7DAAC6A9574E}" type="pres">
      <dgm:prSet presAssocID="{54AF94C9-B5A1-47AA-A015-164F3690EB06}" presName="root" presStyleCnt="0">
        <dgm:presLayoutVars>
          <dgm:dir/>
          <dgm:resizeHandles val="exact"/>
        </dgm:presLayoutVars>
      </dgm:prSet>
      <dgm:spPr/>
    </dgm:pt>
    <dgm:pt modelId="{9DFC4533-36FF-462B-9069-A5990ACC2C23}" type="pres">
      <dgm:prSet presAssocID="{8D2D78DB-E1EF-47CA-9F21-71628393E2DF}" presName="compNode" presStyleCnt="0"/>
      <dgm:spPr/>
    </dgm:pt>
    <dgm:pt modelId="{F8ABF49A-E270-4EF4-8AEC-4C12672DFA38}" type="pres">
      <dgm:prSet presAssocID="{8D2D78DB-E1EF-47CA-9F21-71628393E2DF}" presName="iconBgRect" presStyleLbl="bgShp" presStyleIdx="0" presStyleCnt="3"/>
      <dgm:spPr/>
    </dgm:pt>
    <dgm:pt modelId="{65199385-57A7-430F-BE09-F3989876E4D0}" type="pres">
      <dgm:prSet presAssocID="{8D2D78DB-E1EF-47CA-9F21-71628393E2D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37678D17-9667-48AE-B578-94A047AD655E}" type="pres">
      <dgm:prSet presAssocID="{8D2D78DB-E1EF-47CA-9F21-71628393E2DF}" presName="spaceRect" presStyleCnt="0"/>
      <dgm:spPr/>
    </dgm:pt>
    <dgm:pt modelId="{0A69CEA3-7C82-4945-AE65-C68BD3372E50}" type="pres">
      <dgm:prSet presAssocID="{8D2D78DB-E1EF-47CA-9F21-71628393E2DF}" presName="textRect" presStyleLbl="revTx" presStyleIdx="0" presStyleCnt="3">
        <dgm:presLayoutVars>
          <dgm:chMax val="1"/>
          <dgm:chPref val="1"/>
        </dgm:presLayoutVars>
      </dgm:prSet>
      <dgm:spPr/>
    </dgm:pt>
    <dgm:pt modelId="{73E5532D-5C8C-49D0-A17C-9C048A29C9F4}" type="pres">
      <dgm:prSet presAssocID="{F16D7065-A7FB-4A44-AC09-940F986AD914}" presName="sibTrans" presStyleCnt="0"/>
      <dgm:spPr/>
    </dgm:pt>
    <dgm:pt modelId="{C723D841-F7F8-4412-861A-8B5E5430E95E}" type="pres">
      <dgm:prSet presAssocID="{3037AB4D-0179-4843-AC43-6481BEDC185F}" presName="compNode" presStyleCnt="0"/>
      <dgm:spPr/>
    </dgm:pt>
    <dgm:pt modelId="{AB552E76-CD54-407C-8D0F-4B1117C3B720}" type="pres">
      <dgm:prSet presAssocID="{3037AB4D-0179-4843-AC43-6481BEDC185F}" presName="iconBgRect" presStyleLbl="bgShp" presStyleIdx="1" presStyleCnt="3"/>
      <dgm:spPr/>
    </dgm:pt>
    <dgm:pt modelId="{5535B081-C04A-4A0B-B233-011806D54BA9}" type="pres">
      <dgm:prSet presAssocID="{3037AB4D-0179-4843-AC43-6481BEDC18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0657F7F9-B6FE-4D44-BC90-87E44F1B36CB}" type="pres">
      <dgm:prSet presAssocID="{3037AB4D-0179-4843-AC43-6481BEDC185F}" presName="spaceRect" presStyleCnt="0"/>
      <dgm:spPr/>
    </dgm:pt>
    <dgm:pt modelId="{41642E04-A316-47D7-AEE9-BAB4563F8E86}" type="pres">
      <dgm:prSet presAssocID="{3037AB4D-0179-4843-AC43-6481BEDC185F}" presName="textRect" presStyleLbl="revTx" presStyleIdx="1" presStyleCnt="3">
        <dgm:presLayoutVars>
          <dgm:chMax val="1"/>
          <dgm:chPref val="1"/>
        </dgm:presLayoutVars>
      </dgm:prSet>
      <dgm:spPr/>
    </dgm:pt>
    <dgm:pt modelId="{DDDC9F49-775A-42E2-88D8-E7274B094C97}" type="pres">
      <dgm:prSet presAssocID="{79BE9474-000D-4B49-BD73-2BBC70093975}" presName="sibTrans" presStyleCnt="0"/>
      <dgm:spPr/>
    </dgm:pt>
    <dgm:pt modelId="{03D8A8BF-7DDC-42EF-A89B-A008C37C8627}" type="pres">
      <dgm:prSet presAssocID="{8E06CD3B-E1DD-4A66-AAAB-685A40FDF419}" presName="compNode" presStyleCnt="0"/>
      <dgm:spPr/>
    </dgm:pt>
    <dgm:pt modelId="{4872FD91-240A-4D67-8461-3E586AEE8FA7}" type="pres">
      <dgm:prSet presAssocID="{8E06CD3B-E1DD-4A66-AAAB-685A40FDF419}" presName="iconBgRect" presStyleLbl="bgShp" presStyleIdx="2" presStyleCnt="3"/>
      <dgm:spPr/>
    </dgm:pt>
    <dgm:pt modelId="{6A2BCC9E-970B-4609-A82F-0A6F72CB1602}" type="pres">
      <dgm:prSet presAssocID="{8E06CD3B-E1DD-4A66-AAAB-685A40FDF41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5AF7D04-8AF7-416F-A64B-64E77F330CE1}" type="pres">
      <dgm:prSet presAssocID="{8E06CD3B-E1DD-4A66-AAAB-685A40FDF419}" presName="spaceRect" presStyleCnt="0"/>
      <dgm:spPr/>
    </dgm:pt>
    <dgm:pt modelId="{EB7D4794-7D29-4DE5-A88F-F0EE4FC8B818}" type="pres">
      <dgm:prSet presAssocID="{8E06CD3B-E1DD-4A66-AAAB-685A40FDF41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D43CB0E-CBDF-4686-81CB-16B7AAD28F34}" type="presOf" srcId="{8D2D78DB-E1EF-47CA-9F21-71628393E2DF}" destId="{0A69CEA3-7C82-4945-AE65-C68BD3372E50}" srcOrd="0" destOrd="0" presId="urn:microsoft.com/office/officeart/2018/5/layout/IconCircleLabelList"/>
    <dgm:cxn modelId="{6D41C756-169C-4423-81E5-4A6A7BC006A6}" type="presOf" srcId="{8E06CD3B-E1DD-4A66-AAAB-685A40FDF419}" destId="{EB7D4794-7D29-4DE5-A88F-F0EE4FC8B818}" srcOrd="0" destOrd="0" presId="urn:microsoft.com/office/officeart/2018/5/layout/IconCircleLabelList"/>
    <dgm:cxn modelId="{92045782-4F48-4186-9F2D-EAB4F52DBD95}" srcId="{54AF94C9-B5A1-47AA-A015-164F3690EB06}" destId="{3037AB4D-0179-4843-AC43-6481BEDC185F}" srcOrd="1" destOrd="0" parTransId="{A34AEF6E-094E-44C2-AF1F-41BE8B774EC5}" sibTransId="{79BE9474-000D-4B49-BD73-2BBC70093975}"/>
    <dgm:cxn modelId="{787A499B-ADFA-466C-A498-95E94A113D49}" srcId="{54AF94C9-B5A1-47AA-A015-164F3690EB06}" destId="{8D2D78DB-E1EF-47CA-9F21-71628393E2DF}" srcOrd="0" destOrd="0" parTransId="{95C11D33-52C8-4C56-8700-DA9070956AD8}" sibTransId="{F16D7065-A7FB-4A44-AC09-940F986AD914}"/>
    <dgm:cxn modelId="{7FAEA3AD-B592-4927-B4A2-8CEDCDAE6B1A}" srcId="{54AF94C9-B5A1-47AA-A015-164F3690EB06}" destId="{8E06CD3B-E1DD-4A66-AAAB-685A40FDF419}" srcOrd="2" destOrd="0" parTransId="{14976DD9-A503-41C9-8528-D5875B9BCFFD}" sibTransId="{3B6F8110-D959-4B82-90C8-09353CCABAB7}"/>
    <dgm:cxn modelId="{EB77DEC1-E0F5-42E5-9790-40533E4FB359}" type="presOf" srcId="{3037AB4D-0179-4843-AC43-6481BEDC185F}" destId="{41642E04-A316-47D7-AEE9-BAB4563F8E86}" srcOrd="0" destOrd="0" presId="urn:microsoft.com/office/officeart/2018/5/layout/IconCircleLabelList"/>
    <dgm:cxn modelId="{61A4B3E5-DFA0-49D2-A79E-A0D9F4AD07BB}" type="presOf" srcId="{54AF94C9-B5A1-47AA-A015-164F3690EB06}" destId="{D5DF0179-37AA-4DD6-B31C-7DAAC6A9574E}" srcOrd="0" destOrd="0" presId="urn:microsoft.com/office/officeart/2018/5/layout/IconCircleLabelList"/>
    <dgm:cxn modelId="{093DC5F5-1C5B-4352-84B3-AE86AC72975B}" type="presParOf" srcId="{D5DF0179-37AA-4DD6-B31C-7DAAC6A9574E}" destId="{9DFC4533-36FF-462B-9069-A5990ACC2C23}" srcOrd="0" destOrd="0" presId="urn:microsoft.com/office/officeart/2018/5/layout/IconCircleLabelList"/>
    <dgm:cxn modelId="{A3B843A4-77EB-4F6C-B884-F01C36B27519}" type="presParOf" srcId="{9DFC4533-36FF-462B-9069-A5990ACC2C23}" destId="{F8ABF49A-E270-4EF4-8AEC-4C12672DFA38}" srcOrd="0" destOrd="0" presId="urn:microsoft.com/office/officeart/2018/5/layout/IconCircleLabelList"/>
    <dgm:cxn modelId="{B49D961B-EDF7-4654-A04B-5D895FD682A2}" type="presParOf" srcId="{9DFC4533-36FF-462B-9069-A5990ACC2C23}" destId="{65199385-57A7-430F-BE09-F3989876E4D0}" srcOrd="1" destOrd="0" presId="urn:microsoft.com/office/officeart/2018/5/layout/IconCircleLabelList"/>
    <dgm:cxn modelId="{E9315511-E7EC-4760-BE04-D8D8F5C25EC3}" type="presParOf" srcId="{9DFC4533-36FF-462B-9069-A5990ACC2C23}" destId="{37678D17-9667-48AE-B578-94A047AD655E}" srcOrd="2" destOrd="0" presId="urn:microsoft.com/office/officeart/2018/5/layout/IconCircleLabelList"/>
    <dgm:cxn modelId="{4473A697-6FBE-47CA-8DB5-717B3369BB5C}" type="presParOf" srcId="{9DFC4533-36FF-462B-9069-A5990ACC2C23}" destId="{0A69CEA3-7C82-4945-AE65-C68BD3372E50}" srcOrd="3" destOrd="0" presId="urn:microsoft.com/office/officeart/2018/5/layout/IconCircleLabelList"/>
    <dgm:cxn modelId="{97107923-2265-44EF-9D7A-BAE89531BDAA}" type="presParOf" srcId="{D5DF0179-37AA-4DD6-B31C-7DAAC6A9574E}" destId="{73E5532D-5C8C-49D0-A17C-9C048A29C9F4}" srcOrd="1" destOrd="0" presId="urn:microsoft.com/office/officeart/2018/5/layout/IconCircleLabelList"/>
    <dgm:cxn modelId="{2E3555B8-88EB-4C83-8A2B-81EBA232A087}" type="presParOf" srcId="{D5DF0179-37AA-4DD6-B31C-7DAAC6A9574E}" destId="{C723D841-F7F8-4412-861A-8B5E5430E95E}" srcOrd="2" destOrd="0" presId="urn:microsoft.com/office/officeart/2018/5/layout/IconCircleLabelList"/>
    <dgm:cxn modelId="{9B4F130E-F6C6-41C4-A12A-6C61506FCFF4}" type="presParOf" srcId="{C723D841-F7F8-4412-861A-8B5E5430E95E}" destId="{AB552E76-CD54-407C-8D0F-4B1117C3B720}" srcOrd="0" destOrd="0" presId="urn:microsoft.com/office/officeart/2018/5/layout/IconCircleLabelList"/>
    <dgm:cxn modelId="{E764CE20-7423-404C-8A04-29B01C706ED0}" type="presParOf" srcId="{C723D841-F7F8-4412-861A-8B5E5430E95E}" destId="{5535B081-C04A-4A0B-B233-011806D54BA9}" srcOrd="1" destOrd="0" presId="urn:microsoft.com/office/officeart/2018/5/layout/IconCircleLabelList"/>
    <dgm:cxn modelId="{BD47ACB9-147A-4AA2-BC92-FE3D32B9626D}" type="presParOf" srcId="{C723D841-F7F8-4412-861A-8B5E5430E95E}" destId="{0657F7F9-B6FE-4D44-BC90-87E44F1B36CB}" srcOrd="2" destOrd="0" presId="urn:microsoft.com/office/officeart/2018/5/layout/IconCircleLabelList"/>
    <dgm:cxn modelId="{FBB1DDB2-76C0-456E-968E-34A266F22A91}" type="presParOf" srcId="{C723D841-F7F8-4412-861A-8B5E5430E95E}" destId="{41642E04-A316-47D7-AEE9-BAB4563F8E86}" srcOrd="3" destOrd="0" presId="urn:microsoft.com/office/officeart/2018/5/layout/IconCircleLabelList"/>
    <dgm:cxn modelId="{27E1CD08-B504-431E-8D07-FBB81F49C0B8}" type="presParOf" srcId="{D5DF0179-37AA-4DD6-B31C-7DAAC6A9574E}" destId="{DDDC9F49-775A-42E2-88D8-E7274B094C97}" srcOrd="3" destOrd="0" presId="urn:microsoft.com/office/officeart/2018/5/layout/IconCircleLabelList"/>
    <dgm:cxn modelId="{0698085F-29DB-4605-A08B-2ECA67F4D3AB}" type="presParOf" srcId="{D5DF0179-37AA-4DD6-B31C-7DAAC6A9574E}" destId="{03D8A8BF-7DDC-42EF-A89B-A008C37C8627}" srcOrd="4" destOrd="0" presId="urn:microsoft.com/office/officeart/2018/5/layout/IconCircleLabelList"/>
    <dgm:cxn modelId="{41C924FF-18C3-4905-90A1-997923E7DCDA}" type="presParOf" srcId="{03D8A8BF-7DDC-42EF-A89B-A008C37C8627}" destId="{4872FD91-240A-4D67-8461-3E586AEE8FA7}" srcOrd="0" destOrd="0" presId="urn:microsoft.com/office/officeart/2018/5/layout/IconCircleLabelList"/>
    <dgm:cxn modelId="{874F01D5-C1BE-4D9B-8E99-5C36798318DB}" type="presParOf" srcId="{03D8A8BF-7DDC-42EF-A89B-A008C37C8627}" destId="{6A2BCC9E-970B-4609-A82F-0A6F72CB1602}" srcOrd="1" destOrd="0" presId="urn:microsoft.com/office/officeart/2018/5/layout/IconCircleLabelList"/>
    <dgm:cxn modelId="{56B09828-E740-438E-9316-6B03E3E16614}" type="presParOf" srcId="{03D8A8BF-7DDC-42EF-A89B-A008C37C8627}" destId="{85AF7D04-8AF7-416F-A64B-64E77F330CE1}" srcOrd="2" destOrd="0" presId="urn:microsoft.com/office/officeart/2018/5/layout/IconCircleLabelList"/>
    <dgm:cxn modelId="{EC929A9F-1CF6-4A95-B88B-322EF99D56CD}" type="presParOf" srcId="{03D8A8BF-7DDC-42EF-A89B-A008C37C8627}" destId="{EB7D4794-7D29-4DE5-A88F-F0EE4FC8B81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341F83-E36D-4226-8D8E-EDAFDB63C64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0D2ABE0-3247-4F63-936B-87DC26A50324}">
      <dgm:prSet/>
      <dgm:spPr/>
      <dgm:t>
        <a:bodyPr/>
        <a:lstStyle/>
        <a:p>
          <a:r>
            <a:rPr lang="en-US"/>
            <a:t>Forecast future temperature values</a:t>
          </a:r>
        </a:p>
      </dgm:t>
    </dgm:pt>
    <dgm:pt modelId="{5C0C20D1-F9DA-4A39-AF4B-22184731B015}" type="parTrans" cxnId="{1D517FA3-58E6-4C31-BA3E-E837FEEBD28E}">
      <dgm:prSet/>
      <dgm:spPr/>
      <dgm:t>
        <a:bodyPr/>
        <a:lstStyle/>
        <a:p>
          <a:endParaRPr lang="en-US"/>
        </a:p>
      </dgm:t>
    </dgm:pt>
    <dgm:pt modelId="{814D9B1E-29DB-4CB9-A19B-7E324219233C}" type="sibTrans" cxnId="{1D517FA3-58E6-4C31-BA3E-E837FEEBD28E}">
      <dgm:prSet/>
      <dgm:spPr/>
      <dgm:t>
        <a:bodyPr/>
        <a:lstStyle/>
        <a:p>
          <a:endParaRPr lang="en-US"/>
        </a:p>
      </dgm:t>
    </dgm:pt>
    <dgm:pt modelId="{47654200-DA3B-44D4-8479-86AA2EE33C4C}">
      <dgm:prSet/>
      <dgm:spPr/>
      <dgm:t>
        <a:bodyPr/>
        <a:lstStyle/>
        <a:p>
          <a:r>
            <a:rPr lang="en-US"/>
            <a:t>Data shows high volatility and sudden spikes</a:t>
          </a:r>
        </a:p>
      </dgm:t>
    </dgm:pt>
    <dgm:pt modelId="{20370768-11E4-4203-89D3-F1AADD943AD0}" type="parTrans" cxnId="{792FBFFC-94B8-4851-B92A-70FDE144FEFB}">
      <dgm:prSet/>
      <dgm:spPr/>
      <dgm:t>
        <a:bodyPr/>
        <a:lstStyle/>
        <a:p>
          <a:endParaRPr lang="en-US"/>
        </a:p>
      </dgm:t>
    </dgm:pt>
    <dgm:pt modelId="{7CB37139-EA01-4F89-8F93-E45A703D1CC4}" type="sibTrans" cxnId="{792FBFFC-94B8-4851-B92A-70FDE144FEFB}">
      <dgm:prSet/>
      <dgm:spPr/>
      <dgm:t>
        <a:bodyPr/>
        <a:lstStyle/>
        <a:p>
          <a:endParaRPr lang="en-US"/>
        </a:p>
      </dgm:t>
    </dgm:pt>
    <dgm:pt modelId="{B99785EC-21BB-4533-B70E-277A0E0DBA65}">
      <dgm:prSet/>
      <dgm:spPr/>
      <dgm:t>
        <a:bodyPr/>
        <a:lstStyle/>
        <a:p>
          <a:r>
            <a:rPr lang="en-US"/>
            <a:t>Traditional models struggle with irregular patterns</a:t>
          </a:r>
        </a:p>
      </dgm:t>
    </dgm:pt>
    <dgm:pt modelId="{2E529AAE-B39E-4756-AF97-718F021160D6}" type="parTrans" cxnId="{3BA55C7A-8730-41B7-9B7F-FA3D00B910D5}">
      <dgm:prSet/>
      <dgm:spPr/>
      <dgm:t>
        <a:bodyPr/>
        <a:lstStyle/>
        <a:p>
          <a:endParaRPr lang="en-US"/>
        </a:p>
      </dgm:t>
    </dgm:pt>
    <dgm:pt modelId="{B268A389-E246-4A60-9885-CDCE7AD9292A}" type="sibTrans" cxnId="{3BA55C7A-8730-41B7-9B7F-FA3D00B910D5}">
      <dgm:prSet/>
      <dgm:spPr/>
      <dgm:t>
        <a:bodyPr/>
        <a:lstStyle/>
        <a:p>
          <a:endParaRPr lang="en-US"/>
        </a:p>
      </dgm:t>
    </dgm:pt>
    <dgm:pt modelId="{779353CD-81E1-405C-9645-345A69C5F5D3}">
      <dgm:prSet/>
      <dgm:spPr/>
      <dgm:t>
        <a:bodyPr/>
        <a:lstStyle/>
        <a:p>
          <a:r>
            <a:rPr lang="en-US"/>
            <a:t>Need a model that adapts to rapid changes</a:t>
          </a:r>
        </a:p>
      </dgm:t>
    </dgm:pt>
    <dgm:pt modelId="{A8BA87DA-E284-4461-A3D4-FBEC3D55A65E}" type="parTrans" cxnId="{085D3FD0-E0B3-456D-BFD5-07456B32139A}">
      <dgm:prSet/>
      <dgm:spPr/>
      <dgm:t>
        <a:bodyPr/>
        <a:lstStyle/>
        <a:p>
          <a:endParaRPr lang="en-US"/>
        </a:p>
      </dgm:t>
    </dgm:pt>
    <dgm:pt modelId="{9634AC8B-178E-487B-A9D7-249B5F205B47}" type="sibTrans" cxnId="{085D3FD0-E0B3-456D-BFD5-07456B32139A}">
      <dgm:prSet/>
      <dgm:spPr/>
      <dgm:t>
        <a:bodyPr/>
        <a:lstStyle/>
        <a:p>
          <a:endParaRPr lang="en-US"/>
        </a:p>
      </dgm:t>
    </dgm:pt>
    <dgm:pt modelId="{5D0103BD-8671-44D4-B6A8-BCFF5C570620}" type="pres">
      <dgm:prSet presAssocID="{C0341F83-E36D-4226-8D8E-EDAFDB63C647}" presName="linear" presStyleCnt="0">
        <dgm:presLayoutVars>
          <dgm:animLvl val="lvl"/>
          <dgm:resizeHandles val="exact"/>
        </dgm:presLayoutVars>
      </dgm:prSet>
      <dgm:spPr/>
    </dgm:pt>
    <dgm:pt modelId="{252C14D2-0506-40ED-B6C0-13AC13DF5315}" type="pres">
      <dgm:prSet presAssocID="{50D2ABE0-3247-4F63-936B-87DC26A5032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83158EA-BB01-4256-B3C2-AEC8F7993CA0}" type="pres">
      <dgm:prSet presAssocID="{814D9B1E-29DB-4CB9-A19B-7E324219233C}" presName="spacer" presStyleCnt="0"/>
      <dgm:spPr/>
    </dgm:pt>
    <dgm:pt modelId="{E5C2D10C-EE34-4541-9E7A-A1951A957156}" type="pres">
      <dgm:prSet presAssocID="{47654200-DA3B-44D4-8479-86AA2EE33C4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0927F9B-F293-46A3-9F25-6AE7069D0C8F}" type="pres">
      <dgm:prSet presAssocID="{7CB37139-EA01-4F89-8F93-E45A703D1CC4}" presName="spacer" presStyleCnt="0"/>
      <dgm:spPr/>
    </dgm:pt>
    <dgm:pt modelId="{CB9274E5-19A2-4CB5-AB06-E1E73353F121}" type="pres">
      <dgm:prSet presAssocID="{B99785EC-21BB-4533-B70E-277A0E0DBA6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C0C66FB-AB20-4F54-A71E-FEA0C0963235}" type="pres">
      <dgm:prSet presAssocID="{B268A389-E246-4A60-9885-CDCE7AD9292A}" presName="spacer" presStyleCnt="0"/>
      <dgm:spPr/>
    </dgm:pt>
    <dgm:pt modelId="{E8B74F21-BCDE-4641-A975-B37F16B6C751}" type="pres">
      <dgm:prSet presAssocID="{779353CD-81E1-405C-9645-345A69C5F5D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2A6A927-ADB1-4AAC-ADBC-6CCE3F9AC299}" type="presOf" srcId="{B99785EC-21BB-4533-B70E-277A0E0DBA65}" destId="{CB9274E5-19A2-4CB5-AB06-E1E73353F121}" srcOrd="0" destOrd="0" presId="urn:microsoft.com/office/officeart/2005/8/layout/vList2"/>
    <dgm:cxn modelId="{B704B13D-075C-4EC4-BB5D-5988DBFB04E1}" type="presOf" srcId="{C0341F83-E36D-4226-8D8E-EDAFDB63C647}" destId="{5D0103BD-8671-44D4-B6A8-BCFF5C570620}" srcOrd="0" destOrd="0" presId="urn:microsoft.com/office/officeart/2005/8/layout/vList2"/>
    <dgm:cxn modelId="{7E624C45-7F29-47B1-B916-28FB6FFDD163}" type="presOf" srcId="{779353CD-81E1-405C-9645-345A69C5F5D3}" destId="{E8B74F21-BCDE-4641-A975-B37F16B6C751}" srcOrd="0" destOrd="0" presId="urn:microsoft.com/office/officeart/2005/8/layout/vList2"/>
    <dgm:cxn modelId="{3BA55C7A-8730-41B7-9B7F-FA3D00B910D5}" srcId="{C0341F83-E36D-4226-8D8E-EDAFDB63C647}" destId="{B99785EC-21BB-4533-B70E-277A0E0DBA65}" srcOrd="2" destOrd="0" parTransId="{2E529AAE-B39E-4756-AF97-718F021160D6}" sibTransId="{B268A389-E246-4A60-9885-CDCE7AD9292A}"/>
    <dgm:cxn modelId="{CC963788-CC2D-449C-B26A-C447DC76B334}" type="presOf" srcId="{50D2ABE0-3247-4F63-936B-87DC26A50324}" destId="{252C14D2-0506-40ED-B6C0-13AC13DF5315}" srcOrd="0" destOrd="0" presId="urn:microsoft.com/office/officeart/2005/8/layout/vList2"/>
    <dgm:cxn modelId="{1D517FA3-58E6-4C31-BA3E-E837FEEBD28E}" srcId="{C0341F83-E36D-4226-8D8E-EDAFDB63C647}" destId="{50D2ABE0-3247-4F63-936B-87DC26A50324}" srcOrd="0" destOrd="0" parTransId="{5C0C20D1-F9DA-4A39-AF4B-22184731B015}" sibTransId="{814D9B1E-29DB-4CB9-A19B-7E324219233C}"/>
    <dgm:cxn modelId="{085D3FD0-E0B3-456D-BFD5-07456B32139A}" srcId="{C0341F83-E36D-4226-8D8E-EDAFDB63C647}" destId="{779353CD-81E1-405C-9645-345A69C5F5D3}" srcOrd="3" destOrd="0" parTransId="{A8BA87DA-E284-4461-A3D4-FBEC3D55A65E}" sibTransId="{9634AC8B-178E-487B-A9D7-249B5F205B47}"/>
    <dgm:cxn modelId="{6F701CE2-A49A-404D-B0BB-3027C71FE6D0}" type="presOf" srcId="{47654200-DA3B-44D4-8479-86AA2EE33C4C}" destId="{E5C2D10C-EE34-4541-9E7A-A1951A957156}" srcOrd="0" destOrd="0" presId="urn:microsoft.com/office/officeart/2005/8/layout/vList2"/>
    <dgm:cxn modelId="{792FBFFC-94B8-4851-B92A-70FDE144FEFB}" srcId="{C0341F83-E36D-4226-8D8E-EDAFDB63C647}" destId="{47654200-DA3B-44D4-8479-86AA2EE33C4C}" srcOrd="1" destOrd="0" parTransId="{20370768-11E4-4203-89D3-F1AADD943AD0}" sibTransId="{7CB37139-EA01-4F89-8F93-E45A703D1CC4}"/>
    <dgm:cxn modelId="{5FF8F667-FEB6-41B6-A26D-5499A4ED2D42}" type="presParOf" srcId="{5D0103BD-8671-44D4-B6A8-BCFF5C570620}" destId="{252C14D2-0506-40ED-B6C0-13AC13DF5315}" srcOrd="0" destOrd="0" presId="urn:microsoft.com/office/officeart/2005/8/layout/vList2"/>
    <dgm:cxn modelId="{BEA5DDA1-7870-492C-B882-8BAD09ADB43A}" type="presParOf" srcId="{5D0103BD-8671-44D4-B6A8-BCFF5C570620}" destId="{483158EA-BB01-4256-B3C2-AEC8F7993CA0}" srcOrd="1" destOrd="0" presId="urn:microsoft.com/office/officeart/2005/8/layout/vList2"/>
    <dgm:cxn modelId="{B2195839-F8AE-43E4-985F-EB2E3E923475}" type="presParOf" srcId="{5D0103BD-8671-44D4-B6A8-BCFF5C570620}" destId="{E5C2D10C-EE34-4541-9E7A-A1951A957156}" srcOrd="2" destOrd="0" presId="urn:microsoft.com/office/officeart/2005/8/layout/vList2"/>
    <dgm:cxn modelId="{1086E7CB-EE37-47D5-AB28-6B20729CB09F}" type="presParOf" srcId="{5D0103BD-8671-44D4-B6A8-BCFF5C570620}" destId="{E0927F9B-F293-46A3-9F25-6AE7069D0C8F}" srcOrd="3" destOrd="0" presId="urn:microsoft.com/office/officeart/2005/8/layout/vList2"/>
    <dgm:cxn modelId="{EC399D82-777C-4960-9592-805ECEEB89A2}" type="presParOf" srcId="{5D0103BD-8671-44D4-B6A8-BCFF5C570620}" destId="{CB9274E5-19A2-4CB5-AB06-E1E73353F121}" srcOrd="4" destOrd="0" presId="urn:microsoft.com/office/officeart/2005/8/layout/vList2"/>
    <dgm:cxn modelId="{89BC9879-E1E5-48B6-A631-827351A0EA89}" type="presParOf" srcId="{5D0103BD-8671-44D4-B6A8-BCFF5C570620}" destId="{3C0C66FB-AB20-4F54-A71E-FEA0C0963235}" srcOrd="5" destOrd="0" presId="urn:microsoft.com/office/officeart/2005/8/layout/vList2"/>
    <dgm:cxn modelId="{E800C06B-6BFE-4C1B-A2A4-BD57AD0E129E}" type="presParOf" srcId="{5D0103BD-8671-44D4-B6A8-BCFF5C570620}" destId="{E8B74F21-BCDE-4641-A975-B37F16B6C7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882B26-F588-451A-AE5F-427C78416C4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2ABADFF-8363-4294-BD18-4D86094BA72C}">
      <dgm:prSet/>
      <dgm:spPr/>
      <dgm:t>
        <a:bodyPr/>
        <a:lstStyle/>
        <a:p>
          <a:pPr>
            <a:defRPr cap="all"/>
          </a:pPr>
          <a:r>
            <a:rPr lang="en-US"/>
            <a:t>Minute-level time series data</a:t>
          </a:r>
        </a:p>
      </dgm:t>
    </dgm:pt>
    <dgm:pt modelId="{7766D21D-2109-43CD-9623-2FD53B0E8AA9}" type="parTrans" cxnId="{66D90CC0-CEC7-4C04-8C19-4420887028F0}">
      <dgm:prSet/>
      <dgm:spPr/>
      <dgm:t>
        <a:bodyPr/>
        <a:lstStyle/>
        <a:p>
          <a:endParaRPr lang="en-US"/>
        </a:p>
      </dgm:t>
    </dgm:pt>
    <dgm:pt modelId="{1A0CE8FF-0CBA-4A5D-A5EF-56F7E8FAB687}" type="sibTrans" cxnId="{66D90CC0-CEC7-4C04-8C19-4420887028F0}">
      <dgm:prSet/>
      <dgm:spPr/>
      <dgm:t>
        <a:bodyPr/>
        <a:lstStyle/>
        <a:p>
          <a:endParaRPr lang="en-US"/>
        </a:p>
      </dgm:t>
    </dgm:pt>
    <dgm:pt modelId="{85D649BC-0E5B-46E4-8847-B75CB2E0636D}">
      <dgm:prSet/>
      <dgm:spPr/>
      <dgm:t>
        <a:bodyPr/>
        <a:lstStyle/>
        <a:p>
          <a:pPr>
            <a:defRPr cap="all"/>
          </a:pPr>
          <a:r>
            <a:rPr lang="en-US"/>
            <a:t>28,000+ observations</a:t>
          </a:r>
        </a:p>
      </dgm:t>
    </dgm:pt>
    <dgm:pt modelId="{79AFA3FC-89D1-47B7-8ADC-41BAE8EA01B9}" type="parTrans" cxnId="{BF5A89CD-2ADB-43DF-BC17-09C9649D6AB9}">
      <dgm:prSet/>
      <dgm:spPr/>
      <dgm:t>
        <a:bodyPr/>
        <a:lstStyle/>
        <a:p>
          <a:endParaRPr lang="en-US"/>
        </a:p>
      </dgm:t>
    </dgm:pt>
    <dgm:pt modelId="{A82B17DE-2FE6-4C29-8218-0E5A43BC2E9C}" type="sibTrans" cxnId="{BF5A89CD-2ADB-43DF-BC17-09C9649D6AB9}">
      <dgm:prSet/>
      <dgm:spPr/>
      <dgm:t>
        <a:bodyPr/>
        <a:lstStyle/>
        <a:p>
          <a:endParaRPr lang="en-US"/>
        </a:p>
      </dgm:t>
    </dgm:pt>
    <dgm:pt modelId="{98EA994C-2D27-44C0-9232-56D96B436C50}">
      <dgm:prSet/>
      <dgm:spPr/>
      <dgm:t>
        <a:bodyPr/>
        <a:lstStyle/>
        <a:p>
          <a:pPr>
            <a:defRPr cap="all"/>
          </a:pPr>
          <a:r>
            <a:rPr lang="en-US"/>
            <a:t>Features: temperature (target), indoor/outdoor (out_in)</a:t>
          </a:r>
        </a:p>
      </dgm:t>
    </dgm:pt>
    <dgm:pt modelId="{DDD33B8C-E4A1-4FB8-BE08-B27AE9248141}" type="parTrans" cxnId="{CFA2E7A3-F89A-4487-8D1F-E2CC378584CF}">
      <dgm:prSet/>
      <dgm:spPr/>
      <dgm:t>
        <a:bodyPr/>
        <a:lstStyle/>
        <a:p>
          <a:endParaRPr lang="en-US"/>
        </a:p>
      </dgm:t>
    </dgm:pt>
    <dgm:pt modelId="{34111F68-151C-4458-8F00-48641887C140}" type="sibTrans" cxnId="{CFA2E7A3-F89A-4487-8D1F-E2CC378584CF}">
      <dgm:prSet/>
      <dgm:spPr/>
      <dgm:t>
        <a:bodyPr/>
        <a:lstStyle/>
        <a:p>
          <a:endParaRPr lang="en-US"/>
        </a:p>
      </dgm:t>
    </dgm:pt>
    <dgm:pt modelId="{56FD9718-3E7C-4811-8A9B-442EE786F18A}">
      <dgm:prSet/>
      <dgm:spPr/>
      <dgm:t>
        <a:bodyPr/>
        <a:lstStyle/>
        <a:p>
          <a:pPr>
            <a:defRPr cap="all"/>
          </a:pPr>
          <a:r>
            <a:rPr lang="en-US"/>
            <a:t>Data cleaned, sorted, and prepared for modeling</a:t>
          </a:r>
        </a:p>
      </dgm:t>
    </dgm:pt>
    <dgm:pt modelId="{FFE9D753-BFBF-40BD-ADA5-BBC1C599E9F9}" type="parTrans" cxnId="{3DF7E4CC-3130-40CE-AF7E-DC0CB89F9265}">
      <dgm:prSet/>
      <dgm:spPr/>
      <dgm:t>
        <a:bodyPr/>
        <a:lstStyle/>
        <a:p>
          <a:endParaRPr lang="en-US"/>
        </a:p>
      </dgm:t>
    </dgm:pt>
    <dgm:pt modelId="{E24CBA70-C0BF-4B99-AA96-9B5219F953B1}" type="sibTrans" cxnId="{3DF7E4CC-3130-40CE-AF7E-DC0CB89F9265}">
      <dgm:prSet/>
      <dgm:spPr/>
      <dgm:t>
        <a:bodyPr/>
        <a:lstStyle/>
        <a:p>
          <a:endParaRPr lang="en-US"/>
        </a:p>
      </dgm:t>
    </dgm:pt>
    <dgm:pt modelId="{C3200937-9202-4BF5-8004-FC70AAF679ED}" type="pres">
      <dgm:prSet presAssocID="{95882B26-F588-451A-AE5F-427C78416C44}" presName="root" presStyleCnt="0">
        <dgm:presLayoutVars>
          <dgm:dir/>
          <dgm:resizeHandles val="exact"/>
        </dgm:presLayoutVars>
      </dgm:prSet>
      <dgm:spPr/>
    </dgm:pt>
    <dgm:pt modelId="{923BFA73-43ED-43A9-8751-F1F1A07D3EDA}" type="pres">
      <dgm:prSet presAssocID="{22ABADFF-8363-4294-BD18-4D86094BA72C}" presName="compNode" presStyleCnt="0"/>
      <dgm:spPr/>
    </dgm:pt>
    <dgm:pt modelId="{A44F30C0-DE1C-49AF-897A-E505DF6561FD}" type="pres">
      <dgm:prSet presAssocID="{22ABADFF-8363-4294-BD18-4D86094BA72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C4072E7-DE4E-4475-B4A3-E8AAF4F63B8E}" type="pres">
      <dgm:prSet presAssocID="{22ABADFF-8363-4294-BD18-4D86094BA72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A40A65B-4F8B-460A-BB85-8F5F215C4442}" type="pres">
      <dgm:prSet presAssocID="{22ABADFF-8363-4294-BD18-4D86094BA72C}" presName="spaceRect" presStyleCnt="0"/>
      <dgm:spPr/>
    </dgm:pt>
    <dgm:pt modelId="{873244E6-80A0-4155-864C-EC0B2A2A6531}" type="pres">
      <dgm:prSet presAssocID="{22ABADFF-8363-4294-BD18-4D86094BA72C}" presName="textRect" presStyleLbl="revTx" presStyleIdx="0" presStyleCnt="4">
        <dgm:presLayoutVars>
          <dgm:chMax val="1"/>
          <dgm:chPref val="1"/>
        </dgm:presLayoutVars>
      </dgm:prSet>
      <dgm:spPr/>
    </dgm:pt>
    <dgm:pt modelId="{BA83F967-1875-470D-B891-BA48227958EE}" type="pres">
      <dgm:prSet presAssocID="{1A0CE8FF-0CBA-4A5D-A5EF-56F7E8FAB687}" presName="sibTrans" presStyleCnt="0"/>
      <dgm:spPr/>
    </dgm:pt>
    <dgm:pt modelId="{26EA666D-4158-4A60-82B2-8CD80C31BAA3}" type="pres">
      <dgm:prSet presAssocID="{85D649BC-0E5B-46E4-8847-B75CB2E0636D}" presName="compNode" presStyleCnt="0"/>
      <dgm:spPr/>
    </dgm:pt>
    <dgm:pt modelId="{8142C82D-C93C-4802-B3C5-6A3129AC17C3}" type="pres">
      <dgm:prSet presAssocID="{85D649BC-0E5B-46E4-8847-B75CB2E0636D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BBF1552-6EDA-4E7D-958D-A6E40EF66219}" type="pres">
      <dgm:prSet presAssocID="{85D649BC-0E5B-46E4-8847-B75CB2E0636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C5DEE895-8DE1-435F-A310-E3CCCC085741}" type="pres">
      <dgm:prSet presAssocID="{85D649BC-0E5B-46E4-8847-B75CB2E0636D}" presName="spaceRect" presStyleCnt="0"/>
      <dgm:spPr/>
    </dgm:pt>
    <dgm:pt modelId="{522E0680-85AC-4444-AFDF-BF48C14FE674}" type="pres">
      <dgm:prSet presAssocID="{85D649BC-0E5B-46E4-8847-B75CB2E0636D}" presName="textRect" presStyleLbl="revTx" presStyleIdx="1" presStyleCnt="4">
        <dgm:presLayoutVars>
          <dgm:chMax val="1"/>
          <dgm:chPref val="1"/>
        </dgm:presLayoutVars>
      </dgm:prSet>
      <dgm:spPr/>
    </dgm:pt>
    <dgm:pt modelId="{F5185AE4-A78B-4883-B457-AC2C687D1FF8}" type="pres">
      <dgm:prSet presAssocID="{A82B17DE-2FE6-4C29-8218-0E5A43BC2E9C}" presName="sibTrans" presStyleCnt="0"/>
      <dgm:spPr/>
    </dgm:pt>
    <dgm:pt modelId="{891D268C-9618-4EFE-A051-5D091D5ECD94}" type="pres">
      <dgm:prSet presAssocID="{98EA994C-2D27-44C0-9232-56D96B436C50}" presName="compNode" presStyleCnt="0"/>
      <dgm:spPr/>
    </dgm:pt>
    <dgm:pt modelId="{73EDEDF5-BEB4-47D1-B24F-D5DB17C2B3F6}" type="pres">
      <dgm:prSet presAssocID="{98EA994C-2D27-44C0-9232-56D96B436C50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57A34F0-2F66-49D7-8F4D-EBBCC16684E2}" type="pres">
      <dgm:prSet presAssocID="{98EA994C-2D27-44C0-9232-56D96B436C5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gloo"/>
        </a:ext>
      </dgm:extLst>
    </dgm:pt>
    <dgm:pt modelId="{79FE927F-72DB-45EC-8841-B151E9CCF59A}" type="pres">
      <dgm:prSet presAssocID="{98EA994C-2D27-44C0-9232-56D96B436C50}" presName="spaceRect" presStyleCnt="0"/>
      <dgm:spPr/>
    </dgm:pt>
    <dgm:pt modelId="{B4D4EA3B-E224-4F0E-AE59-7A932A261885}" type="pres">
      <dgm:prSet presAssocID="{98EA994C-2D27-44C0-9232-56D96B436C50}" presName="textRect" presStyleLbl="revTx" presStyleIdx="2" presStyleCnt="4">
        <dgm:presLayoutVars>
          <dgm:chMax val="1"/>
          <dgm:chPref val="1"/>
        </dgm:presLayoutVars>
      </dgm:prSet>
      <dgm:spPr/>
    </dgm:pt>
    <dgm:pt modelId="{17C175B5-1237-4C3E-9574-A093D60CAAC3}" type="pres">
      <dgm:prSet presAssocID="{34111F68-151C-4458-8F00-48641887C140}" presName="sibTrans" presStyleCnt="0"/>
      <dgm:spPr/>
    </dgm:pt>
    <dgm:pt modelId="{90B8091E-3C39-4529-BCFF-0CE37B97E084}" type="pres">
      <dgm:prSet presAssocID="{56FD9718-3E7C-4811-8A9B-442EE786F18A}" presName="compNode" presStyleCnt="0"/>
      <dgm:spPr/>
    </dgm:pt>
    <dgm:pt modelId="{7EF35CE4-FB26-43DE-8B07-E62D533BF94A}" type="pres">
      <dgm:prSet presAssocID="{56FD9718-3E7C-4811-8A9B-442EE786F18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B8A392A-25D1-4CA8-B4BF-B4FA23F156B8}" type="pres">
      <dgm:prSet presAssocID="{56FD9718-3E7C-4811-8A9B-442EE786F18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5A5DE845-616F-4DB4-B2A6-DE76696EB4AE}" type="pres">
      <dgm:prSet presAssocID="{56FD9718-3E7C-4811-8A9B-442EE786F18A}" presName="spaceRect" presStyleCnt="0"/>
      <dgm:spPr/>
    </dgm:pt>
    <dgm:pt modelId="{7341000D-0B49-4E49-A5E4-C390DF9FD721}" type="pres">
      <dgm:prSet presAssocID="{56FD9718-3E7C-4811-8A9B-442EE786F18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B698B07-4DDC-4A13-91E3-C06FF78BC349}" type="presOf" srcId="{22ABADFF-8363-4294-BD18-4D86094BA72C}" destId="{873244E6-80A0-4155-864C-EC0B2A2A6531}" srcOrd="0" destOrd="0" presId="urn:microsoft.com/office/officeart/2018/5/layout/IconLeafLabelList"/>
    <dgm:cxn modelId="{607C5A28-6716-4329-BE83-8E8D70C9D543}" type="presOf" srcId="{85D649BC-0E5B-46E4-8847-B75CB2E0636D}" destId="{522E0680-85AC-4444-AFDF-BF48C14FE674}" srcOrd="0" destOrd="0" presId="urn:microsoft.com/office/officeart/2018/5/layout/IconLeafLabelList"/>
    <dgm:cxn modelId="{859F7A3B-FF8E-4701-B2AE-D1D0E4BBA545}" type="presOf" srcId="{98EA994C-2D27-44C0-9232-56D96B436C50}" destId="{B4D4EA3B-E224-4F0E-AE59-7A932A261885}" srcOrd="0" destOrd="0" presId="urn:microsoft.com/office/officeart/2018/5/layout/IconLeafLabelList"/>
    <dgm:cxn modelId="{19EEA04A-FBEC-40D9-9B2A-B466132C658D}" type="presOf" srcId="{95882B26-F588-451A-AE5F-427C78416C44}" destId="{C3200937-9202-4BF5-8004-FC70AAF679ED}" srcOrd="0" destOrd="0" presId="urn:microsoft.com/office/officeart/2018/5/layout/IconLeafLabelList"/>
    <dgm:cxn modelId="{3F20D34F-6A67-46B7-9201-BA7EE440EBC3}" type="presOf" srcId="{56FD9718-3E7C-4811-8A9B-442EE786F18A}" destId="{7341000D-0B49-4E49-A5E4-C390DF9FD721}" srcOrd="0" destOrd="0" presId="urn:microsoft.com/office/officeart/2018/5/layout/IconLeafLabelList"/>
    <dgm:cxn modelId="{CFA2E7A3-F89A-4487-8D1F-E2CC378584CF}" srcId="{95882B26-F588-451A-AE5F-427C78416C44}" destId="{98EA994C-2D27-44C0-9232-56D96B436C50}" srcOrd="2" destOrd="0" parTransId="{DDD33B8C-E4A1-4FB8-BE08-B27AE9248141}" sibTransId="{34111F68-151C-4458-8F00-48641887C140}"/>
    <dgm:cxn modelId="{66D90CC0-CEC7-4C04-8C19-4420887028F0}" srcId="{95882B26-F588-451A-AE5F-427C78416C44}" destId="{22ABADFF-8363-4294-BD18-4D86094BA72C}" srcOrd="0" destOrd="0" parTransId="{7766D21D-2109-43CD-9623-2FD53B0E8AA9}" sibTransId="{1A0CE8FF-0CBA-4A5D-A5EF-56F7E8FAB687}"/>
    <dgm:cxn modelId="{3DF7E4CC-3130-40CE-AF7E-DC0CB89F9265}" srcId="{95882B26-F588-451A-AE5F-427C78416C44}" destId="{56FD9718-3E7C-4811-8A9B-442EE786F18A}" srcOrd="3" destOrd="0" parTransId="{FFE9D753-BFBF-40BD-ADA5-BBC1C599E9F9}" sibTransId="{E24CBA70-C0BF-4B99-AA96-9B5219F953B1}"/>
    <dgm:cxn modelId="{BF5A89CD-2ADB-43DF-BC17-09C9649D6AB9}" srcId="{95882B26-F588-451A-AE5F-427C78416C44}" destId="{85D649BC-0E5B-46E4-8847-B75CB2E0636D}" srcOrd="1" destOrd="0" parTransId="{79AFA3FC-89D1-47B7-8ADC-41BAE8EA01B9}" sibTransId="{A82B17DE-2FE6-4C29-8218-0E5A43BC2E9C}"/>
    <dgm:cxn modelId="{1B7D011C-BBCF-4642-BE44-7D18AA2850FD}" type="presParOf" srcId="{C3200937-9202-4BF5-8004-FC70AAF679ED}" destId="{923BFA73-43ED-43A9-8751-F1F1A07D3EDA}" srcOrd="0" destOrd="0" presId="urn:microsoft.com/office/officeart/2018/5/layout/IconLeafLabelList"/>
    <dgm:cxn modelId="{C9A4ECFD-4FAC-49CF-B368-24D037CA2BFD}" type="presParOf" srcId="{923BFA73-43ED-43A9-8751-F1F1A07D3EDA}" destId="{A44F30C0-DE1C-49AF-897A-E505DF6561FD}" srcOrd="0" destOrd="0" presId="urn:microsoft.com/office/officeart/2018/5/layout/IconLeafLabelList"/>
    <dgm:cxn modelId="{60236561-C210-4075-9079-EFE7EAE717A3}" type="presParOf" srcId="{923BFA73-43ED-43A9-8751-F1F1A07D3EDA}" destId="{2C4072E7-DE4E-4475-B4A3-E8AAF4F63B8E}" srcOrd="1" destOrd="0" presId="urn:microsoft.com/office/officeart/2018/5/layout/IconLeafLabelList"/>
    <dgm:cxn modelId="{184227D5-F25B-4CB8-BE57-466FE9FB399A}" type="presParOf" srcId="{923BFA73-43ED-43A9-8751-F1F1A07D3EDA}" destId="{AA40A65B-4F8B-460A-BB85-8F5F215C4442}" srcOrd="2" destOrd="0" presId="urn:microsoft.com/office/officeart/2018/5/layout/IconLeafLabelList"/>
    <dgm:cxn modelId="{B7FFFCB5-5EA5-406E-B187-EC907B79BD15}" type="presParOf" srcId="{923BFA73-43ED-43A9-8751-F1F1A07D3EDA}" destId="{873244E6-80A0-4155-864C-EC0B2A2A6531}" srcOrd="3" destOrd="0" presId="urn:microsoft.com/office/officeart/2018/5/layout/IconLeafLabelList"/>
    <dgm:cxn modelId="{4DBDFD8C-0FC2-4092-AEE6-8BD8D3C80DC7}" type="presParOf" srcId="{C3200937-9202-4BF5-8004-FC70AAF679ED}" destId="{BA83F967-1875-470D-B891-BA48227958EE}" srcOrd="1" destOrd="0" presId="urn:microsoft.com/office/officeart/2018/5/layout/IconLeafLabelList"/>
    <dgm:cxn modelId="{6100302B-DDBA-4D58-A1A8-285D87B1C741}" type="presParOf" srcId="{C3200937-9202-4BF5-8004-FC70AAF679ED}" destId="{26EA666D-4158-4A60-82B2-8CD80C31BAA3}" srcOrd="2" destOrd="0" presId="urn:microsoft.com/office/officeart/2018/5/layout/IconLeafLabelList"/>
    <dgm:cxn modelId="{55AA0EC4-2743-4ABD-BB02-FD4DAF47197C}" type="presParOf" srcId="{26EA666D-4158-4A60-82B2-8CD80C31BAA3}" destId="{8142C82D-C93C-4802-B3C5-6A3129AC17C3}" srcOrd="0" destOrd="0" presId="urn:microsoft.com/office/officeart/2018/5/layout/IconLeafLabelList"/>
    <dgm:cxn modelId="{15BC503D-E607-4E7E-883C-F04DDDFB25F0}" type="presParOf" srcId="{26EA666D-4158-4A60-82B2-8CD80C31BAA3}" destId="{7BBF1552-6EDA-4E7D-958D-A6E40EF66219}" srcOrd="1" destOrd="0" presId="urn:microsoft.com/office/officeart/2018/5/layout/IconLeafLabelList"/>
    <dgm:cxn modelId="{9994467C-0BB5-45F1-83F9-856BB6525983}" type="presParOf" srcId="{26EA666D-4158-4A60-82B2-8CD80C31BAA3}" destId="{C5DEE895-8DE1-435F-A310-E3CCCC085741}" srcOrd="2" destOrd="0" presId="urn:microsoft.com/office/officeart/2018/5/layout/IconLeafLabelList"/>
    <dgm:cxn modelId="{4D34651D-3A04-45B4-8A87-B80E881A261D}" type="presParOf" srcId="{26EA666D-4158-4A60-82B2-8CD80C31BAA3}" destId="{522E0680-85AC-4444-AFDF-BF48C14FE674}" srcOrd="3" destOrd="0" presId="urn:microsoft.com/office/officeart/2018/5/layout/IconLeafLabelList"/>
    <dgm:cxn modelId="{B6C55973-154D-4658-A642-82CA87B3BB86}" type="presParOf" srcId="{C3200937-9202-4BF5-8004-FC70AAF679ED}" destId="{F5185AE4-A78B-4883-B457-AC2C687D1FF8}" srcOrd="3" destOrd="0" presId="urn:microsoft.com/office/officeart/2018/5/layout/IconLeafLabelList"/>
    <dgm:cxn modelId="{2E01C237-B464-4307-B78B-2040F5A82190}" type="presParOf" srcId="{C3200937-9202-4BF5-8004-FC70AAF679ED}" destId="{891D268C-9618-4EFE-A051-5D091D5ECD94}" srcOrd="4" destOrd="0" presId="urn:microsoft.com/office/officeart/2018/5/layout/IconLeafLabelList"/>
    <dgm:cxn modelId="{5DC2DC1A-4371-4FB4-B9A1-DC6A1DBE065D}" type="presParOf" srcId="{891D268C-9618-4EFE-A051-5D091D5ECD94}" destId="{73EDEDF5-BEB4-47D1-B24F-D5DB17C2B3F6}" srcOrd="0" destOrd="0" presId="urn:microsoft.com/office/officeart/2018/5/layout/IconLeafLabelList"/>
    <dgm:cxn modelId="{AA22C15D-BE29-4B01-A991-594DBE390293}" type="presParOf" srcId="{891D268C-9618-4EFE-A051-5D091D5ECD94}" destId="{657A34F0-2F66-49D7-8F4D-EBBCC16684E2}" srcOrd="1" destOrd="0" presId="urn:microsoft.com/office/officeart/2018/5/layout/IconLeafLabelList"/>
    <dgm:cxn modelId="{57086186-DA41-4AEA-8560-0294CFD5C721}" type="presParOf" srcId="{891D268C-9618-4EFE-A051-5D091D5ECD94}" destId="{79FE927F-72DB-45EC-8841-B151E9CCF59A}" srcOrd="2" destOrd="0" presId="urn:microsoft.com/office/officeart/2018/5/layout/IconLeafLabelList"/>
    <dgm:cxn modelId="{C81D5572-956D-432E-8D20-2D93FB482DE9}" type="presParOf" srcId="{891D268C-9618-4EFE-A051-5D091D5ECD94}" destId="{B4D4EA3B-E224-4F0E-AE59-7A932A261885}" srcOrd="3" destOrd="0" presId="urn:microsoft.com/office/officeart/2018/5/layout/IconLeafLabelList"/>
    <dgm:cxn modelId="{0CC46373-7464-4D0F-8E03-3037E4CE1D4E}" type="presParOf" srcId="{C3200937-9202-4BF5-8004-FC70AAF679ED}" destId="{17C175B5-1237-4C3E-9574-A093D60CAAC3}" srcOrd="5" destOrd="0" presId="urn:microsoft.com/office/officeart/2018/5/layout/IconLeafLabelList"/>
    <dgm:cxn modelId="{5823219E-13CC-44CF-9B46-35B54BC2E66D}" type="presParOf" srcId="{C3200937-9202-4BF5-8004-FC70AAF679ED}" destId="{90B8091E-3C39-4529-BCFF-0CE37B97E084}" srcOrd="6" destOrd="0" presId="urn:microsoft.com/office/officeart/2018/5/layout/IconLeafLabelList"/>
    <dgm:cxn modelId="{4BD62AFF-761E-48ED-AA1B-DCCC455FD5D2}" type="presParOf" srcId="{90B8091E-3C39-4529-BCFF-0CE37B97E084}" destId="{7EF35CE4-FB26-43DE-8B07-E62D533BF94A}" srcOrd="0" destOrd="0" presId="urn:microsoft.com/office/officeart/2018/5/layout/IconLeafLabelList"/>
    <dgm:cxn modelId="{1F052395-59FA-429F-A8CE-D30863149ED3}" type="presParOf" srcId="{90B8091E-3C39-4529-BCFF-0CE37B97E084}" destId="{8B8A392A-25D1-4CA8-B4BF-B4FA23F156B8}" srcOrd="1" destOrd="0" presId="urn:microsoft.com/office/officeart/2018/5/layout/IconLeafLabelList"/>
    <dgm:cxn modelId="{E3F150B4-B227-4EE7-8F83-22034F254BBD}" type="presParOf" srcId="{90B8091E-3C39-4529-BCFF-0CE37B97E084}" destId="{5A5DE845-616F-4DB4-B2A6-DE76696EB4AE}" srcOrd="2" destOrd="0" presId="urn:microsoft.com/office/officeart/2018/5/layout/IconLeafLabelList"/>
    <dgm:cxn modelId="{1121845A-CF41-4431-B4B3-9A37FA2D7F94}" type="presParOf" srcId="{90B8091E-3C39-4529-BCFF-0CE37B97E084}" destId="{7341000D-0B49-4E49-A5E4-C390DF9FD72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B22D1B-0A01-48D0-9A03-BC359E2E34A8}" type="doc">
      <dgm:prSet loTypeId="urn:microsoft.com/office/officeart/2005/8/layout/arrow5" loCatId="relationship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2B4C038-6A21-45B4-81F4-9B777EE6B1FD}">
      <dgm:prSet/>
      <dgm:spPr/>
      <dgm:t>
        <a:bodyPr/>
        <a:lstStyle/>
        <a:p>
          <a:r>
            <a:rPr lang="en-US"/>
            <a:t>Data behaves unpredictably with sharp jumps</a:t>
          </a:r>
        </a:p>
      </dgm:t>
    </dgm:pt>
    <dgm:pt modelId="{BDE2F574-37EF-4019-A810-9D741F761C2C}" type="parTrans" cxnId="{70D05928-9DDB-4C65-AC27-E8AD06887A89}">
      <dgm:prSet/>
      <dgm:spPr/>
      <dgm:t>
        <a:bodyPr/>
        <a:lstStyle/>
        <a:p>
          <a:endParaRPr lang="en-US"/>
        </a:p>
      </dgm:t>
    </dgm:pt>
    <dgm:pt modelId="{738B9F75-3D7A-4899-A1F6-A917E0261B79}" type="sibTrans" cxnId="{70D05928-9DDB-4C65-AC27-E8AD06887A89}">
      <dgm:prSet/>
      <dgm:spPr/>
      <dgm:t>
        <a:bodyPr/>
        <a:lstStyle/>
        <a:p>
          <a:endParaRPr lang="en-US"/>
        </a:p>
      </dgm:t>
    </dgm:pt>
    <dgm:pt modelId="{E9039148-0C63-40A9-A406-2AE7E1331976}">
      <dgm:prSet/>
      <dgm:spPr/>
      <dgm:t>
        <a:bodyPr/>
        <a:lstStyle/>
        <a:p>
          <a:r>
            <a:rPr lang="en-US"/>
            <a:t>No strong trend or repeating seasonal pattern</a:t>
          </a:r>
        </a:p>
      </dgm:t>
    </dgm:pt>
    <dgm:pt modelId="{2AEB3BF6-59B9-421E-A5B1-B6C880995CB6}" type="parTrans" cxnId="{7656BD84-86EB-47D4-B3FA-BFE5A685FE72}">
      <dgm:prSet/>
      <dgm:spPr/>
      <dgm:t>
        <a:bodyPr/>
        <a:lstStyle/>
        <a:p>
          <a:endParaRPr lang="en-US"/>
        </a:p>
      </dgm:t>
    </dgm:pt>
    <dgm:pt modelId="{5E24AB65-023C-405D-9A82-EE827BF6F532}" type="sibTrans" cxnId="{7656BD84-86EB-47D4-B3FA-BFE5A685FE72}">
      <dgm:prSet/>
      <dgm:spPr/>
      <dgm:t>
        <a:bodyPr/>
        <a:lstStyle/>
        <a:p>
          <a:endParaRPr lang="en-US"/>
        </a:p>
      </dgm:t>
    </dgm:pt>
    <dgm:pt modelId="{0EDF2BCF-B6D9-42D6-A80D-FB39BAE5CA9F}">
      <dgm:prSet/>
      <dgm:spPr/>
      <dgm:t>
        <a:bodyPr/>
        <a:lstStyle/>
        <a:p>
          <a:r>
            <a:rPr lang="en-US"/>
            <a:t>Acts more like a regime-switching system</a:t>
          </a:r>
        </a:p>
      </dgm:t>
    </dgm:pt>
    <dgm:pt modelId="{EA6A3154-9553-4917-A513-EDD24921AF46}" type="parTrans" cxnId="{81F2AB2F-1B0A-40B7-AF9F-48416FE0369F}">
      <dgm:prSet/>
      <dgm:spPr/>
      <dgm:t>
        <a:bodyPr/>
        <a:lstStyle/>
        <a:p>
          <a:endParaRPr lang="en-US"/>
        </a:p>
      </dgm:t>
    </dgm:pt>
    <dgm:pt modelId="{C3F4C826-7E4E-4FF6-BEA4-264ED737AA93}" type="sibTrans" cxnId="{81F2AB2F-1B0A-40B7-AF9F-48416FE0369F}">
      <dgm:prSet/>
      <dgm:spPr/>
      <dgm:t>
        <a:bodyPr/>
        <a:lstStyle/>
        <a:p>
          <a:endParaRPr lang="en-US"/>
        </a:p>
      </dgm:t>
    </dgm:pt>
    <dgm:pt modelId="{29DCD617-7B03-4EC4-9030-676D89C3EB64}">
      <dgm:prSet/>
      <dgm:spPr/>
      <dgm:t>
        <a:bodyPr/>
        <a:lstStyle/>
        <a:p>
          <a:r>
            <a:rPr lang="en-US"/>
            <a:t>Explains poor performance of statistical models</a:t>
          </a:r>
        </a:p>
      </dgm:t>
    </dgm:pt>
    <dgm:pt modelId="{92D9DE4C-4DBE-4BCF-8583-A97A35DF9EA1}" type="parTrans" cxnId="{7E388D07-4CF7-4091-9291-237E68A57C79}">
      <dgm:prSet/>
      <dgm:spPr/>
      <dgm:t>
        <a:bodyPr/>
        <a:lstStyle/>
        <a:p>
          <a:endParaRPr lang="en-US"/>
        </a:p>
      </dgm:t>
    </dgm:pt>
    <dgm:pt modelId="{CBE65C86-D04F-48FB-A5FA-5BA1BA81A3C7}" type="sibTrans" cxnId="{7E388D07-4CF7-4091-9291-237E68A57C79}">
      <dgm:prSet/>
      <dgm:spPr/>
      <dgm:t>
        <a:bodyPr/>
        <a:lstStyle/>
        <a:p>
          <a:endParaRPr lang="en-US"/>
        </a:p>
      </dgm:t>
    </dgm:pt>
    <dgm:pt modelId="{35D23640-30FE-42AE-87A7-2BE24F88EC59}" type="pres">
      <dgm:prSet presAssocID="{7BB22D1B-0A01-48D0-9A03-BC359E2E34A8}" presName="diagram" presStyleCnt="0">
        <dgm:presLayoutVars>
          <dgm:dir/>
          <dgm:resizeHandles val="exact"/>
        </dgm:presLayoutVars>
      </dgm:prSet>
      <dgm:spPr/>
    </dgm:pt>
    <dgm:pt modelId="{27694CA3-75EC-45F9-925C-40E96A6A0F4E}" type="pres">
      <dgm:prSet presAssocID="{22B4C038-6A21-45B4-81F4-9B777EE6B1FD}" presName="arrow" presStyleLbl="node1" presStyleIdx="0" presStyleCnt="4">
        <dgm:presLayoutVars>
          <dgm:bulletEnabled val="1"/>
        </dgm:presLayoutVars>
      </dgm:prSet>
      <dgm:spPr/>
    </dgm:pt>
    <dgm:pt modelId="{F56E81CA-5E23-4C32-A193-8D433A77EAF3}" type="pres">
      <dgm:prSet presAssocID="{E9039148-0C63-40A9-A406-2AE7E1331976}" presName="arrow" presStyleLbl="node1" presStyleIdx="1" presStyleCnt="4">
        <dgm:presLayoutVars>
          <dgm:bulletEnabled val="1"/>
        </dgm:presLayoutVars>
      </dgm:prSet>
      <dgm:spPr/>
    </dgm:pt>
    <dgm:pt modelId="{4D037BA4-82F3-4F3D-AA6C-CC1C6A1CBD27}" type="pres">
      <dgm:prSet presAssocID="{0EDF2BCF-B6D9-42D6-A80D-FB39BAE5CA9F}" presName="arrow" presStyleLbl="node1" presStyleIdx="2" presStyleCnt="4">
        <dgm:presLayoutVars>
          <dgm:bulletEnabled val="1"/>
        </dgm:presLayoutVars>
      </dgm:prSet>
      <dgm:spPr/>
    </dgm:pt>
    <dgm:pt modelId="{5FB2F01D-CC54-4D8B-9664-B26DB3A8A434}" type="pres">
      <dgm:prSet presAssocID="{29DCD617-7B03-4EC4-9030-676D89C3EB64}" presName="arrow" presStyleLbl="node1" presStyleIdx="3" presStyleCnt="4">
        <dgm:presLayoutVars>
          <dgm:bulletEnabled val="1"/>
        </dgm:presLayoutVars>
      </dgm:prSet>
      <dgm:spPr/>
    </dgm:pt>
  </dgm:ptLst>
  <dgm:cxnLst>
    <dgm:cxn modelId="{7E388D07-4CF7-4091-9291-237E68A57C79}" srcId="{7BB22D1B-0A01-48D0-9A03-BC359E2E34A8}" destId="{29DCD617-7B03-4EC4-9030-676D89C3EB64}" srcOrd="3" destOrd="0" parTransId="{92D9DE4C-4DBE-4BCF-8583-A97A35DF9EA1}" sibTransId="{CBE65C86-D04F-48FB-A5FA-5BA1BA81A3C7}"/>
    <dgm:cxn modelId="{70D05928-9DDB-4C65-AC27-E8AD06887A89}" srcId="{7BB22D1B-0A01-48D0-9A03-BC359E2E34A8}" destId="{22B4C038-6A21-45B4-81F4-9B777EE6B1FD}" srcOrd="0" destOrd="0" parTransId="{BDE2F574-37EF-4019-A810-9D741F761C2C}" sibTransId="{738B9F75-3D7A-4899-A1F6-A917E0261B79}"/>
    <dgm:cxn modelId="{92C2132C-5C84-49CE-9B0E-A3AD146B2CAB}" type="presOf" srcId="{7BB22D1B-0A01-48D0-9A03-BC359E2E34A8}" destId="{35D23640-30FE-42AE-87A7-2BE24F88EC59}" srcOrd="0" destOrd="0" presId="urn:microsoft.com/office/officeart/2005/8/layout/arrow5"/>
    <dgm:cxn modelId="{0E4D5A2D-19C7-471E-9BBF-925645C06944}" type="presOf" srcId="{0EDF2BCF-B6D9-42D6-A80D-FB39BAE5CA9F}" destId="{4D037BA4-82F3-4F3D-AA6C-CC1C6A1CBD27}" srcOrd="0" destOrd="0" presId="urn:microsoft.com/office/officeart/2005/8/layout/arrow5"/>
    <dgm:cxn modelId="{81F2AB2F-1B0A-40B7-AF9F-48416FE0369F}" srcId="{7BB22D1B-0A01-48D0-9A03-BC359E2E34A8}" destId="{0EDF2BCF-B6D9-42D6-A80D-FB39BAE5CA9F}" srcOrd="2" destOrd="0" parTransId="{EA6A3154-9553-4917-A513-EDD24921AF46}" sibTransId="{C3F4C826-7E4E-4FF6-BEA4-264ED737AA93}"/>
    <dgm:cxn modelId="{86AA4E62-19C8-4681-A264-0788F35938FE}" type="presOf" srcId="{29DCD617-7B03-4EC4-9030-676D89C3EB64}" destId="{5FB2F01D-CC54-4D8B-9664-B26DB3A8A434}" srcOrd="0" destOrd="0" presId="urn:microsoft.com/office/officeart/2005/8/layout/arrow5"/>
    <dgm:cxn modelId="{39EB0C72-85BD-4F6A-988C-C595B1937DD2}" type="presOf" srcId="{E9039148-0C63-40A9-A406-2AE7E1331976}" destId="{F56E81CA-5E23-4C32-A193-8D433A77EAF3}" srcOrd="0" destOrd="0" presId="urn:microsoft.com/office/officeart/2005/8/layout/arrow5"/>
    <dgm:cxn modelId="{7656BD84-86EB-47D4-B3FA-BFE5A685FE72}" srcId="{7BB22D1B-0A01-48D0-9A03-BC359E2E34A8}" destId="{E9039148-0C63-40A9-A406-2AE7E1331976}" srcOrd="1" destOrd="0" parTransId="{2AEB3BF6-59B9-421E-A5B1-B6C880995CB6}" sibTransId="{5E24AB65-023C-405D-9A82-EE827BF6F532}"/>
    <dgm:cxn modelId="{FF26E9FF-2492-489E-8158-EB758A793899}" type="presOf" srcId="{22B4C038-6A21-45B4-81F4-9B777EE6B1FD}" destId="{27694CA3-75EC-45F9-925C-40E96A6A0F4E}" srcOrd="0" destOrd="0" presId="urn:microsoft.com/office/officeart/2005/8/layout/arrow5"/>
    <dgm:cxn modelId="{FE7E647D-EB97-4302-85DB-52EBEFA51271}" type="presParOf" srcId="{35D23640-30FE-42AE-87A7-2BE24F88EC59}" destId="{27694CA3-75EC-45F9-925C-40E96A6A0F4E}" srcOrd="0" destOrd="0" presId="urn:microsoft.com/office/officeart/2005/8/layout/arrow5"/>
    <dgm:cxn modelId="{523C1DF9-312F-4A02-94D5-AA833D680BA6}" type="presParOf" srcId="{35D23640-30FE-42AE-87A7-2BE24F88EC59}" destId="{F56E81CA-5E23-4C32-A193-8D433A77EAF3}" srcOrd="1" destOrd="0" presId="urn:microsoft.com/office/officeart/2005/8/layout/arrow5"/>
    <dgm:cxn modelId="{7FE97607-CB14-4930-94DB-2083573FE598}" type="presParOf" srcId="{35D23640-30FE-42AE-87A7-2BE24F88EC59}" destId="{4D037BA4-82F3-4F3D-AA6C-CC1C6A1CBD27}" srcOrd="2" destOrd="0" presId="urn:microsoft.com/office/officeart/2005/8/layout/arrow5"/>
    <dgm:cxn modelId="{A664DE78-2A64-40B6-A250-D7291AA03D45}" type="presParOf" srcId="{35D23640-30FE-42AE-87A7-2BE24F88EC59}" destId="{5FB2F01D-CC54-4D8B-9664-B26DB3A8A434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2C04DD-ACC1-4753-80D9-2B21F6A2E195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AA390E9-EF3C-47FC-9E01-EA6E524E4DC2}">
      <dgm:prSet/>
      <dgm:spPr/>
      <dgm:t>
        <a:bodyPr/>
        <a:lstStyle/>
        <a:p>
          <a:r>
            <a:rPr lang="en-US"/>
            <a:t>Model used: Random Forest Regressor</a:t>
          </a:r>
        </a:p>
      </dgm:t>
    </dgm:pt>
    <dgm:pt modelId="{C5BB44A7-541B-4760-BF32-E178BFAD018D}" type="parTrans" cxnId="{DCAC0E6E-6D2D-433F-929E-E7217B3B95AF}">
      <dgm:prSet/>
      <dgm:spPr/>
      <dgm:t>
        <a:bodyPr/>
        <a:lstStyle/>
        <a:p>
          <a:endParaRPr lang="en-US"/>
        </a:p>
      </dgm:t>
    </dgm:pt>
    <dgm:pt modelId="{55BAC3F6-8A38-4491-ACE7-4F90EB4728DB}" type="sibTrans" cxnId="{DCAC0E6E-6D2D-433F-929E-E7217B3B95AF}">
      <dgm:prSet/>
      <dgm:spPr/>
      <dgm:t>
        <a:bodyPr/>
        <a:lstStyle/>
        <a:p>
          <a:endParaRPr lang="en-US"/>
        </a:p>
      </dgm:t>
    </dgm:pt>
    <dgm:pt modelId="{DFC9DA03-64CD-4600-BF12-1B1486E82847}">
      <dgm:prSet/>
      <dgm:spPr/>
      <dgm:t>
        <a:bodyPr/>
        <a:lstStyle/>
        <a:p>
          <a:r>
            <a:rPr lang="en-US"/>
            <a:t>Captures nonlinear relationships</a:t>
          </a:r>
        </a:p>
      </dgm:t>
    </dgm:pt>
    <dgm:pt modelId="{CA5E1A12-4835-4711-A835-30708CA0F7E9}" type="parTrans" cxnId="{960DD37E-3956-4448-99C2-DA20A52BFDF1}">
      <dgm:prSet/>
      <dgm:spPr/>
      <dgm:t>
        <a:bodyPr/>
        <a:lstStyle/>
        <a:p>
          <a:endParaRPr lang="en-US"/>
        </a:p>
      </dgm:t>
    </dgm:pt>
    <dgm:pt modelId="{EDC5426D-275F-4C77-AF7A-8026EEAA7729}" type="sibTrans" cxnId="{960DD37E-3956-4448-99C2-DA20A52BFDF1}">
      <dgm:prSet/>
      <dgm:spPr/>
      <dgm:t>
        <a:bodyPr/>
        <a:lstStyle/>
        <a:p>
          <a:endParaRPr lang="en-US"/>
        </a:p>
      </dgm:t>
    </dgm:pt>
    <dgm:pt modelId="{4096182C-FBA1-4C24-ABD9-9458B4DF91BF}">
      <dgm:prSet/>
      <dgm:spPr/>
      <dgm:t>
        <a:bodyPr/>
        <a:lstStyle/>
        <a:p>
          <a:r>
            <a:rPr lang="en-US"/>
            <a:t>Responds better to sudden changes</a:t>
          </a:r>
        </a:p>
      </dgm:t>
    </dgm:pt>
    <dgm:pt modelId="{C72FEF12-A75E-4D24-A5CA-EDF34A55D52A}" type="parTrans" cxnId="{1AEF98EB-93B7-4BC8-813A-8EDE78FA7020}">
      <dgm:prSet/>
      <dgm:spPr/>
      <dgm:t>
        <a:bodyPr/>
        <a:lstStyle/>
        <a:p>
          <a:endParaRPr lang="en-US"/>
        </a:p>
      </dgm:t>
    </dgm:pt>
    <dgm:pt modelId="{820020E0-13DA-4682-A975-001C1106349B}" type="sibTrans" cxnId="{1AEF98EB-93B7-4BC8-813A-8EDE78FA7020}">
      <dgm:prSet/>
      <dgm:spPr/>
      <dgm:t>
        <a:bodyPr/>
        <a:lstStyle/>
        <a:p>
          <a:endParaRPr lang="en-US"/>
        </a:p>
      </dgm:t>
    </dgm:pt>
    <dgm:pt modelId="{41CD5602-EE75-415A-A92A-400BBCE5F10D}">
      <dgm:prSet/>
      <dgm:spPr/>
      <dgm:t>
        <a:bodyPr/>
        <a:lstStyle/>
        <a:p>
          <a:r>
            <a:rPr lang="en-US"/>
            <a:t>Significant improvement over baseline model</a:t>
          </a:r>
        </a:p>
      </dgm:t>
    </dgm:pt>
    <dgm:pt modelId="{C8F73669-5C37-42FD-9C16-A4A6FCA9FB39}" type="parTrans" cxnId="{E94C8052-8928-40FE-A7AC-006FFB9FA0A9}">
      <dgm:prSet/>
      <dgm:spPr/>
      <dgm:t>
        <a:bodyPr/>
        <a:lstStyle/>
        <a:p>
          <a:endParaRPr lang="en-US"/>
        </a:p>
      </dgm:t>
    </dgm:pt>
    <dgm:pt modelId="{F9E371E6-7560-4023-8057-C7653197B209}" type="sibTrans" cxnId="{E94C8052-8928-40FE-A7AC-006FFB9FA0A9}">
      <dgm:prSet/>
      <dgm:spPr/>
      <dgm:t>
        <a:bodyPr/>
        <a:lstStyle/>
        <a:p>
          <a:endParaRPr lang="en-US"/>
        </a:p>
      </dgm:t>
    </dgm:pt>
    <dgm:pt modelId="{AA5FE11E-1015-41DC-BE23-2980A817D4DA}" type="pres">
      <dgm:prSet presAssocID="{0B2C04DD-ACC1-4753-80D9-2B21F6A2E195}" presName="vert0" presStyleCnt="0">
        <dgm:presLayoutVars>
          <dgm:dir/>
          <dgm:animOne val="branch"/>
          <dgm:animLvl val="lvl"/>
        </dgm:presLayoutVars>
      </dgm:prSet>
      <dgm:spPr/>
    </dgm:pt>
    <dgm:pt modelId="{634A0B26-5C64-42F7-A709-0CA9278C64A6}" type="pres">
      <dgm:prSet presAssocID="{6AA390E9-EF3C-47FC-9E01-EA6E524E4DC2}" presName="thickLine" presStyleLbl="alignNode1" presStyleIdx="0" presStyleCnt="4"/>
      <dgm:spPr/>
    </dgm:pt>
    <dgm:pt modelId="{04610C66-C6B7-46D4-B138-4D2CE51E5480}" type="pres">
      <dgm:prSet presAssocID="{6AA390E9-EF3C-47FC-9E01-EA6E524E4DC2}" presName="horz1" presStyleCnt="0"/>
      <dgm:spPr/>
    </dgm:pt>
    <dgm:pt modelId="{429605C2-A97D-4952-BCD7-20E244B200AE}" type="pres">
      <dgm:prSet presAssocID="{6AA390E9-EF3C-47FC-9E01-EA6E524E4DC2}" presName="tx1" presStyleLbl="revTx" presStyleIdx="0" presStyleCnt="4"/>
      <dgm:spPr/>
    </dgm:pt>
    <dgm:pt modelId="{8EE465E0-DFA0-41F5-8806-E239CB4C1DDC}" type="pres">
      <dgm:prSet presAssocID="{6AA390E9-EF3C-47FC-9E01-EA6E524E4DC2}" presName="vert1" presStyleCnt="0"/>
      <dgm:spPr/>
    </dgm:pt>
    <dgm:pt modelId="{AD1F1CA0-16DA-4C16-A4BF-533C6710BF98}" type="pres">
      <dgm:prSet presAssocID="{DFC9DA03-64CD-4600-BF12-1B1486E82847}" presName="thickLine" presStyleLbl="alignNode1" presStyleIdx="1" presStyleCnt="4"/>
      <dgm:spPr/>
    </dgm:pt>
    <dgm:pt modelId="{132CA559-0593-4FFB-887D-F958AF38ED7F}" type="pres">
      <dgm:prSet presAssocID="{DFC9DA03-64CD-4600-BF12-1B1486E82847}" presName="horz1" presStyleCnt="0"/>
      <dgm:spPr/>
    </dgm:pt>
    <dgm:pt modelId="{1A3162BE-9761-440F-8EE0-AC601E6A03FD}" type="pres">
      <dgm:prSet presAssocID="{DFC9DA03-64CD-4600-BF12-1B1486E82847}" presName="tx1" presStyleLbl="revTx" presStyleIdx="1" presStyleCnt="4"/>
      <dgm:spPr/>
    </dgm:pt>
    <dgm:pt modelId="{123067E3-5580-470D-B7DD-9C022A75D787}" type="pres">
      <dgm:prSet presAssocID="{DFC9DA03-64CD-4600-BF12-1B1486E82847}" presName="vert1" presStyleCnt="0"/>
      <dgm:spPr/>
    </dgm:pt>
    <dgm:pt modelId="{4A141738-5057-4BCF-B30E-D45E73E1F6CB}" type="pres">
      <dgm:prSet presAssocID="{4096182C-FBA1-4C24-ABD9-9458B4DF91BF}" presName="thickLine" presStyleLbl="alignNode1" presStyleIdx="2" presStyleCnt="4"/>
      <dgm:spPr/>
    </dgm:pt>
    <dgm:pt modelId="{2CF35216-BC52-4F74-828B-0BB4B9786EC9}" type="pres">
      <dgm:prSet presAssocID="{4096182C-FBA1-4C24-ABD9-9458B4DF91BF}" presName="horz1" presStyleCnt="0"/>
      <dgm:spPr/>
    </dgm:pt>
    <dgm:pt modelId="{D435EF57-7721-4780-9015-79C5804674E0}" type="pres">
      <dgm:prSet presAssocID="{4096182C-FBA1-4C24-ABD9-9458B4DF91BF}" presName="tx1" presStyleLbl="revTx" presStyleIdx="2" presStyleCnt="4"/>
      <dgm:spPr/>
    </dgm:pt>
    <dgm:pt modelId="{2ABBAA2B-7648-455A-B87F-F6B4107F0416}" type="pres">
      <dgm:prSet presAssocID="{4096182C-FBA1-4C24-ABD9-9458B4DF91BF}" presName="vert1" presStyleCnt="0"/>
      <dgm:spPr/>
    </dgm:pt>
    <dgm:pt modelId="{4930AD27-9F68-4072-BABD-E6A8E9776425}" type="pres">
      <dgm:prSet presAssocID="{41CD5602-EE75-415A-A92A-400BBCE5F10D}" presName="thickLine" presStyleLbl="alignNode1" presStyleIdx="3" presStyleCnt="4"/>
      <dgm:spPr/>
    </dgm:pt>
    <dgm:pt modelId="{3BAD4BC6-3EDB-4302-8F3E-DFC613641BFD}" type="pres">
      <dgm:prSet presAssocID="{41CD5602-EE75-415A-A92A-400BBCE5F10D}" presName="horz1" presStyleCnt="0"/>
      <dgm:spPr/>
    </dgm:pt>
    <dgm:pt modelId="{26929DA4-1A9B-4211-B0A1-5DB935D8E90D}" type="pres">
      <dgm:prSet presAssocID="{41CD5602-EE75-415A-A92A-400BBCE5F10D}" presName="tx1" presStyleLbl="revTx" presStyleIdx="3" presStyleCnt="4"/>
      <dgm:spPr/>
    </dgm:pt>
    <dgm:pt modelId="{06128B6A-2422-45B6-A62E-99C09E6691C8}" type="pres">
      <dgm:prSet presAssocID="{41CD5602-EE75-415A-A92A-400BBCE5F10D}" presName="vert1" presStyleCnt="0"/>
      <dgm:spPr/>
    </dgm:pt>
  </dgm:ptLst>
  <dgm:cxnLst>
    <dgm:cxn modelId="{E381A969-CE89-499A-8EAD-8CCF224932D9}" type="presOf" srcId="{4096182C-FBA1-4C24-ABD9-9458B4DF91BF}" destId="{D435EF57-7721-4780-9015-79C5804674E0}" srcOrd="0" destOrd="0" presId="urn:microsoft.com/office/officeart/2008/layout/LinedList"/>
    <dgm:cxn modelId="{DCAC0E6E-6D2D-433F-929E-E7217B3B95AF}" srcId="{0B2C04DD-ACC1-4753-80D9-2B21F6A2E195}" destId="{6AA390E9-EF3C-47FC-9E01-EA6E524E4DC2}" srcOrd="0" destOrd="0" parTransId="{C5BB44A7-541B-4760-BF32-E178BFAD018D}" sibTransId="{55BAC3F6-8A38-4491-ACE7-4F90EB4728DB}"/>
    <dgm:cxn modelId="{E94C8052-8928-40FE-A7AC-006FFB9FA0A9}" srcId="{0B2C04DD-ACC1-4753-80D9-2B21F6A2E195}" destId="{41CD5602-EE75-415A-A92A-400BBCE5F10D}" srcOrd="3" destOrd="0" parTransId="{C8F73669-5C37-42FD-9C16-A4A6FCA9FB39}" sibTransId="{F9E371E6-7560-4023-8057-C7653197B209}"/>
    <dgm:cxn modelId="{6A174779-0777-406D-8E1B-A80F9E1651FC}" type="presOf" srcId="{0B2C04DD-ACC1-4753-80D9-2B21F6A2E195}" destId="{AA5FE11E-1015-41DC-BE23-2980A817D4DA}" srcOrd="0" destOrd="0" presId="urn:microsoft.com/office/officeart/2008/layout/LinedList"/>
    <dgm:cxn modelId="{960DD37E-3956-4448-99C2-DA20A52BFDF1}" srcId="{0B2C04DD-ACC1-4753-80D9-2B21F6A2E195}" destId="{DFC9DA03-64CD-4600-BF12-1B1486E82847}" srcOrd="1" destOrd="0" parTransId="{CA5E1A12-4835-4711-A835-30708CA0F7E9}" sibTransId="{EDC5426D-275F-4C77-AF7A-8026EEAA7729}"/>
    <dgm:cxn modelId="{796B86A2-0CCF-4F09-B1A8-D153B79F8D59}" type="presOf" srcId="{DFC9DA03-64CD-4600-BF12-1B1486E82847}" destId="{1A3162BE-9761-440F-8EE0-AC601E6A03FD}" srcOrd="0" destOrd="0" presId="urn:microsoft.com/office/officeart/2008/layout/LinedList"/>
    <dgm:cxn modelId="{4C0C69B1-BB03-4597-BD26-556268B7C196}" type="presOf" srcId="{41CD5602-EE75-415A-A92A-400BBCE5F10D}" destId="{26929DA4-1A9B-4211-B0A1-5DB935D8E90D}" srcOrd="0" destOrd="0" presId="urn:microsoft.com/office/officeart/2008/layout/LinedList"/>
    <dgm:cxn modelId="{546B77E8-021D-4582-B593-CBDD17B8773B}" type="presOf" srcId="{6AA390E9-EF3C-47FC-9E01-EA6E524E4DC2}" destId="{429605C2-A97D-4952-BCD7-20E244B200AE}" srcOrd="0" destOrd="0" presId="urn:microsoft.com/office/officeart/2008/layout/LinedList"/>
    <dgm:cxn modelId="{1AEF98EB-93B7-4BC8-813A-8EDE78FA7020}" srcId="{0B2C04DD-ACC1-4753-80D9-2B21F6A2E195}" destId="{4096182C-FBA1-4C24-ABD9-9458B4DF91BF}" srcOrd="2" destOrd="0" parTransId="{C72FEF12-A75E-4D24-A5CA-EDF34A55D52A}" sibTransId="{820020E0-13DA-4682-A975-001C1106349B}"/>
    <dgm:cxn modelId="{332DADF1-0461-47F5-B8F7-DCCDCE0CC927}" type="presParOf" srcId="{AA5FE11E-1015-41DC-BE23-2980A817D4DA}" destId="{634A0B26-5C64-42F7-A709-0CA9278C64A6}" srcOrd="0" destOrd="0" presId="urn:microsoft.com/office/officeart/2008/layout/LinedList"/>
    <dgm:cxn modelId="{076BCA2B-EB45-4992-B191-3EF55C857515}" type="presParOf" srcId="{AA5FE11E-1015-41DC-BE23-2980A817D4DA}" destId="{04610C66-C6B7-46D4-B138-4D2CE51E5480}" srcOrd="1" destOrd="0" presId="urn:microsoft.com/office/officeart/2008/layout/LinedList"/>
    <dgm:cxn modelId="{9CECC2E1-8E9A-46F0-A3B1-5AB29B74DFE5}" type="presParOf" srcId="{04610C66-C6B7-46D4-B138-4D2CE51E5480}" destId="{429605C2-A97D-4952-BCD7-20E244B200AE}" srcOrd="0" destOrd="0" presId="urn:microsoft.com/office/officeart/2008/layout/LinedList"/>
    <dgm:cxn modelId="{FAAA6D6C-1278-4A52-A611-EBE39089E5A2}" type="presParOf" srcId="{04610C66-C6B7-46D4-B138-4D2CE51E5480}" destId="{8EE465E0-DFA0-41F5-8806-E239CB4C1DDC}" srcOrd="1" destOrd="0" presId="urn:microsoft.com/office/officeart/2008/layout/LinedList"/>
    <dgm:cxn modelId="{FF9C25C6-F822-435E-B13F-C6CE4493C6C6}" type="presParOf" srcId="{AA5FE11E-1015-41DC-BE23-2980A817D4DA}" destId="{AD1F1CA0-16DA-4C16-A4BF-533C6710BF98}" srcOrd="2" destOrd="0" presId="urn:microsoft.com/office/officeart/2008/layout/LinedList"/>
    <dgm:cxn modelId="{27B48386-7C25-4638-9A47-F5884C263505}" type="presParOf" srcId="{AA5FE11E-1015-41DC-BE23-2980A817D4DA}" destId="{132CA559-0593-4FFB-887D-F958AF38ED7F}" srcOrd="3" destOrd="0" presId="urn:microsoft.com/office/officeart/2008/layout/LinedList"/>
    <dgm:cxn modelId="{9BB9E54D-CD02-45A6-8E9D-9597AA3C61A7}" type="presParOf" srcId="{132CA559-0593-4FFB-887D-F958AF38ED7F}" destId="{1A3162BE-9761-440F-8EE0-AC601E6A03FD}" srcOrd="0" destOrd="0" presId="urn:microsoft.com/office/officeart/2008/layout/LinedList"/>
    <dgm:cxn modelId="{1380C642-EC20-497A-8E60-B64F348F4697}" type="presParOf" srcId="{132CA559-0593-4FFB-887D-F958AF38ED7F}" destId="{123067E3-5580-470D-B7DD-9C022A75D787}" srcOrd="1" destOrd="0" presId="urn:microsoft.com/office/officeart/2008/layout/LinedList"/>
    <dgm:cxn modelId="{F559138B-8192-4A1A-9204-0835B3FBFAA7}" type="presParOf" srcId="{AA5FE11E-1015-41DC-BE23-2980A817D4DA}" destId="{4A141738-5057-4BCF-B30E-D45E73E1F6CB}" srcOrd="4" destOrd="0" presId="urn:microsoft.com/office/officeart/2008/layout/LinedList"/>
    <dgm:cxn modelId="{20DC9E4B-2527-461F-854D-50300A111EDD}" type="presParOf" srcId="{AA5FE11E-1015-41DC-BE23-2980A817D4DA}" destId="{2CF35216-BC52-4F74-828B-0BB4B9786EC9}" srcOrd="5" destOrd="0" presId="urn:microsoft.com/office/officeart/2008/layout/LinedList"/>
    <dgm:cxn modelId="{E7B117C5-13FF-4A53-B2B6-C0E7F7266937}" type="presParOf" srcId="{2CF35216-BC52-4F74-828B-0BB4B9786EC9}" destId="{D435EF57-7721-4780-9015-79C5804674E0}" srcOrd="0" destOrd="0" presId="urn:microsoft.com/office/officeart/2008/layout/LinedList"/>
    <dgm:cxn modelId="{9F42BD4C-6E54-47D0-A20F-A9EC95E800DA}" type="presParOf" srcId="{2CF35216-BC52-4F74-828B-0BB4B9786EC9}" destId="{2ABBAA2B-7648-455A-B87F-F6B4107F0416}" srcOrd="1" destOrd="0" presId="urn:microsoft.com/office/officeart/2008/layout/LinedList"/>
    <dgm:cxn modelId="{948C0082-B528-4039-A38C-D7480704DD2C}" type="presParOf" srcId="{AA5FE11E-1015-41DC-BE23-2980A817D4DA}" destId="{4930AD27-9F68-4072-BABD-E6A8E9776425}" srcOrd="6" destOrd="0" presId="urn:microsoft.com/office/officeart/2008/layout/LinedList"/>
    <dgm:cxn modelId="{2F05415D-B585-4942-A433-0E0B0828E9B5}" type="presParOf" srcId="{AA5FE11E-1015-41DC-BE23-2980A817D4DA}" destId="{3BAD4BC6-3EDB-4302-8F3E-DFC613641BFD}" srcOrd="7" destOrd="0" presId="urn:microsoft.com/office/officeart/2008/layout/LinedList"/>
    <dgm:cxn modelId="{BD890B37-43A7-4A62-9184-CE828FE89F44}" type="presParOf" srcId="{3BAD4BC6-3EDB-4302-8F3E-DFC613641BFD}" destId="{26929DA4-1A9B-4211-B0A1-5DB935D8E90D}" srcOrd="0" destOrd="0" presId="urn:microsoft.com/office/officeart/2008/layout/LinedList"/>
    <dgm:cxn modelId="{3ED8897E-22F8-4991-B501-04806AB70C74}" type="presParOf" srcId="{3BAD4BC6-3EDB-4302-8F3E-DFC613641BFD}" destId="{06128B6A-2422-45B6-A62E-99C09E6691C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364720-DBC0-4F7C-91C6-C82EBCF14CC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E84607-404A-4E5E-8FF8-DEE36A54A500}">
      <dgm:prSet/>
      <dgm:spPr/>
      <dgm:t>
        <a:bodyPr/>
        <a:lstStyle/>
        <a:p>
          <a:r>
            <a:rPr lang="en-US"/>
            <a:t>Variational Autoencoder generates synthetic data</a:t>
          </a:r>
        </a:p>
      </dgm:t>
    </dgm:pt>
    <dgm:pt modelId="{54AD14E2-A887-4D35-9BC1-CFF090626314}" type="parTrans" cxnId="{0677B84A-0BBD-4D90-9D22-15D74984AED7}">
      <dgm:prSet/>
      <dgm:spPr/>
      <dgm:t>
        <a:bodyPr/>
        <a:lstStyle/>
        <a:p>
          <a:endParaRPr lang="en-US"/>
        </a:p>
      </dgm:t>
    </dgm:pt>
    <dgm:pt modelId="{8C459481-F0C1-40C6-A629-320B33538FC8}" type="sibTrans" cxnId="{0677B84A-0BBD-4D90-9D22-15D74984AED7}">
      <dgm:prSet/>
      <dgm:spPr/>
      <dgm:t>
        <a:bodyPr/>
        <a:lstStyle/>
        <a:p>
          <a:endParaRPr lang="en-US"/>
        </a:p>
      </dgm:t>
    </dgm:pt>
    <dgm:pt modelId="{79777AFE-AA01-424D-A6B6-D986FC4356F5}">
      <dgm:prSet/>
      <dgm:spPr/>
      <dgm:t>
        <a:bodyPr/>
        <a:lstStyle/>
        <a:p>
          <a:r>
            <a:rPr lang="en-US"/>
            <a:t>Uses latent space to simulate temperature sequences</a:t>
          </a:r>
        </a:p>
      </dgm:t>
    </dgm:pt>
    <dgm:pt modelId="{1720E7F9-1965-4433-85D2-A89896D6D322}" type="parTrans" cxnId="{58F08B0D-AB15-440B-9FB4-A92320A1CEDA}">
      <dgm:prSet/>
      <dgm:spPr/>
      <dgm:t>
        <a:bodyPr/>
        <a:lstStyle/>
        <a:p>
          <a:endParaRPr lang="en-US"/>
        </a:p>
      </dgm:t>
    </dgm:pt>
    <dgm:pt modelId="{CC113816-C77A-45DB-9134-414228EC602E}" type="sibTrans" cxnId="{58F08B0D-AB15-440B-9FB4-A92320A1CEDA}">
      <dgm:prSet/>
      <dgm:spPr/>
      <dgm:t>
        <a:bodyPr/>
        <a:lstStyle/>
        <a:p>
          <a:endParaRPr lang="en-US"/>
        </a:p>
      </dgm:t>
    </dgm:pt>
    <dgm:pt modelId="{FFCBD8AB-0411-4BA0-8D5E-FAF479311F56}">
      <dgm:prSet/>
      <dgm:spPr/>
      <dgm:t>
        <a:bodyPr/>
        <a:lstStyle/>
        <a:p>
          <a:r>
            <a:rPr lang="en-US"/>
            <a:t>Goal: improve model with more training data</a:t>
          </a:r>
        </a:p>
      </dgm:t>
    </dgm:pt>
    <dgm:pt modelId="{C6960F9A-26CF-46A4-8829-5CA3B653A9C7}" type="parTrans" cxnId="{284C5AD3-7585-4442-912A-FC0F4AD029C7}">
      <dgm:prSet/>
      <dgm:spPr/>
      <dgm:t>
        <a:bodyPr/>
        <a:lstStyle/>
        <a:p>
          <a:endParaRPr lang="en-US"/>
        </a:p>
      </dgm:t>
    </dgm:pt>
    <dgm:pt modelId="{E01A1A9A-1B8E-4DF5-B551-00EE8CA6DAA1}" type="sibTrans" cxnId="{284C5AD3-7585-4442-912A-FC0F4AD029C7}">
      <dgm:prSet/>
      <dgm:spPr/>
      <dgm:t>
        <a:bodyPr/>
        <a:lstStyle/>
        <a:p>
          <a:endParaRPr lang="en-US"/>
        </a:p>
      </dgm:t>
    </dgm:pt>
    <dgm:pt modelId="{9039EB7F-2108-433B-B4E3-BA91116F7BD1}">
      <dgm:prSet/>
      <dgm:spPr/>
      <dgm:t>
        <a:bodyPr/>
        <a:lstStyle/>
        <a:p>
          <a:r>
            <a:rPr lang="en-US"/>
            <a:t>Challenge: synthetic data lacked variability</a:t>
          </a:r>
        </a:p>
      </dgm:t>
    </dgm:pt>
    <dgm:pt modelId="{48F38B5E-4573-4B0D-AE9A-E256E6967000}" type="parTrans" cxnId="{B7825A51-56BD-467D-B3A2-2E6A2CFE7A8F}">
      <dgm:prSet/>
      <dgm:spPr/>
      <dgm:t>
        <a:bodyPr/>
        <a:lstStyle/>
        <a:p>
          <a:endParaRPr lang="en-US"/>
        </a:p>
      </dgm:t>
    </dgm:pt>
    <dgm:pt modelId="{BFD7B13F-E379-4BDE-B69C-B23686F1B2C8}" type="sibTrans" cxnId="{B7825A51-56BD-467D-B3A2-2E6A2CFE7A8F}">
      <dgm:prSet/>
      <dgm:spPr/>
      <dgm:t>
        <a:bodyPr/>
        <a:lstStyle/>
        <a:p>
          <a:endParaRPr lang="en-US"/>
        </a:p>
      </dgm:t>
    </dgm:pt>
    <dgm:pt modelId="{69225E8B-E41F-423D-B88E-81A43AC7D5F6}" type="pres">
      <dgm:prSet presAssocID="{90364720-DBC0-4F7C-91C6-C82EBCF14CC0}" presName="root" presStyleCnt="0">
        <dgm:presLayoutVars>
          <dgm:dir/>
          <dgm:resizeHandles val="exact"/>
        </dgm:presLayoutVars>
      </dgm:prSet>
      <dgm:spPr/>
    </dgm:pt>
    <dgm:pt modelId="{DBC8B9C0-2F73-4194-8233-59AC4077DF2C}" type="pres">
      <dgm:prSet presAssocID="{D2E84607-404A-4E5E-8FF8-DEE36A54A500}" presName="compNode" presStyleCnt="0"/>
      <dgm:spPr/>
    </dgm:pt>
    <dgm:pt modelId="{B8A3EBED-27E2-48C1-B8D4-7F2D390D82A4}" type="pres">
      <dgm:prSet presAssocID="{D2E84607-404A-4E5E-8FF8-DEE36A54A500}" presName="bgRect" presStyleLbl="bgShp" presStyleIdx="0" presStyleCnt="4"/>
      <dgm:spPr/>
    </dgm:pt>
    <dgm:pt modelId="{D9215758-A97C-4F6F-8CA5-DC4238A08E66}" type="pres">
      <dgm:prSet presAssocID="{D2E84607-404A-4E5E-8FF8-DEE36A54A50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2C062492-3082-4EE7-8A71-D6AAA34ED51E}" type="pres">
      <dgm:prSet presAssocID="{D2E84607-404A-4E5E-8FF8-DEE36A54A500}" presName="spaceRect" presStyleCnt="0"/>
      <dgm:spPr/>
    </dgm:pt>
    <dgm:pt modelId="{D39D4A9B-53BA-4E37-A4D4-898B08AB2DF9}" type="pres">
      <dgm:prSet presAssocID="{D2E84607-404A-4E5E-8FF8-DEE36A54A500}" presName="parTx" presStyleLbl="revTx" presStyleIdx="0" presStyleCnt="4">
        <dgm:presLayoutVars>
          <dgm:chMax val="0"/>
          <dgm:chPref val="0"/>
        </dgm:presLayoutVars>
      </dgm:prSet>
      <dgm:spPr/>
    </dgm:pt>
    <dgm:pt modelId="{8B7416CD-0CE3-484C-AE17-50E23844F960}" type="pres">
      <dgm:prSet presAssocID="{8C459481-F0C1-40C6-A629-320B33538FC8}" presName="sibTrans" presStyleCnt="0"/>
      <dgm:spPr/>
    </dgm:pt>
    <dgm:pt modelId="{9952DD4A-282D-4174-B0CF-83A11590FF17}" type="pres">
      <dgm:prSet presAssocID="{79777AFE-AA01-424D-A6B6-D986FC4356F5}" presName="compNode" presStyleCnt="0"/>
      <dgm:spPr/>
    </dgm:pt>
    <dgm:pt modelId="{6455347C-2B67-4ADE-996B-8B2EEDC46C9E}" type="pres">
      <dgm:prSet presAssocID="{79777AFE-AA01-424D-A6B6-D986FC4356F5}" presName="bgRect" presStyleLbl="bgShp" presStyleIdx="1" presStyleCnt="4"/>
      <dgm:spPr/>
    </dgm:pt>
    <dgm:pt modelId="{603F32E1-676B-4CC2-B2EC-B02B2D5235FC}" type="pres">
      <dgm:prSet presAssocID="{79777AFE-AA01-424D-A6B6-D986FC4356F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6F886B8D-4EC5-4DB4-AF73-249BF9E7B4A2}" type="pres">
      <dgm:prSet presAssocID="{79777AFE-AA01-424D-A6B6-D986FC4356F5}" presName="spaceRect" presStyleCnt="0"/>
      <dgm:spPr/>
    </dgm:pt>
    <dgm:pt modelId="{F4546A29-29F9-47E8-AE5D-AE22C45DB251}" type="pres">
      <dgm:prSet presAssocID="{79777AFE-AA01-424D-A6B6-D986FC4356F5}" presName="parTx" presStyleLbl="revTx" presStyleIdx="1" presStyleCnt="4">
        <dgm:presLayoutVars>
          <dgm:chMax val="0"/>
          <dgm:chPref val="0"/>
        </dgm:presLayoutVars>
      </dgm:prSet>
      <dgm:spPr/>
    </dgm:pt>
    <dgm:pt modelId="{9BB4C9B3-02D1-4F33-AD5A-BA7E606355A8}" type="pres">
      <dgm:prSet presAssocID="{CC113816-C77A-45DB-9134-414228EC602E}" presName="sibTrans" presStyleCnt="0"/>
      <dgm:spPr/>
    </dgm:pt>
    <dgm:pt modelId="{F6D6FE55-4DF2-4A14-A688-51F760142DCE}" type="pres">
      <dgm:prSet presAssocID="{FFCBD8AB-0411-4BA0-8D5E-FAF479311F56}" presName="compNode" presStyleCnt="0"/>
      <dgm:spPr/>
    </dgm:pt>
    <dgm:pt modelId="{744B623B-6B2E-4963-9459-D026FB4EFF64}" type="pres">
      <dgm:prSet presAssocID="{FFCBD8AB-0411-4BA0-8D5E-FAF479311F56}" presName="bgRect" presStyleLbl="bgShp" presStyleIdx="2" presStyleCnt="4"/>
      <dgm:spPr/>
    </dgm:pt>
    <dgm:pt modelId="{DAAE5BB2-C514-4110-B619-54539B3D61CE}" type="pres">
      <dgm:prSet presAssocID="{FFCBD8AB-0411-4BA0-8D5E-FAF479311F5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FD698B0-DDBD-4902-9E7D-6EF7CB5DA553}" type="pres">
      <dgm:prSet presAssocID="{FFCBD8AB-0411-4BA0-8D5E-FAF479311F56}" presName="spaceRect" presStyleCnt="0"/>
      <dgm:spPr/>
    </dgm:pt>
    <dgm:pt modelId="{710A8D38-130E-4EDC-84C9-20E7697083F8}" type="pres">
      <dgm:prSet presAssocID="{FFCBD8AB-0411-4BA0-8D5E-FAF479311F56}" presName="parTx" presStyleLbl="revTx" presStyleIdx="2" presStyleCnt="4">
        <dgm:presLayoutVars>
          <dgm:chMax val="0"/>
          <dgm:chPref val="0"/>
        </dgm:presLayoutVars>
      </dgm:prSet>
      <dgm:spPr/>
    </dgm:pt>
    <dgm:pt modelId="{5F35A3AD-9732-44B4-94F0-39B2B2954134}" type="pres">
      <dgm:prSet presAssocID="{E01A1A9A-1B8E-4DF5-B551-00EE8CA6DAA1}" presName="sibTrans" presStyleCnt="0"/>
      <dgm:spPr/>
    </dgm:pt>
    <dgm:pt modelId="{6045B3F9-5E28-4E3E-8867-B6E3F0572E31}" type="pres">
      <dgm:prSet presAssocID="{9039EB7F-2108-433B-B4E3-BA91116F7BD1}" presName="compNode" presStyleCnt="0"/>
      <dgm:spPr/>
    </dgm:pt>
    <dgm:pt modelId="{CB908954-5B2C-4CD3-BF8B-813B6A6CC2F9}" type="pres">
      <dgm:prSet presAssocID="{9039EB7F-2108-433B-B4E3-BA91116F7BD1}" presName="bgRect" presStyleLbl="bgShp" presStyleIdx="3" presStyleCnt="4"/>
      <dgm:spPr/>
    </dgm:pt>
    <dgm:pt modelId="{2A74F2A3-9B3A-43A9-B8FC-ABF440BF3DB6}" type="pres">
      <dgm:prSet presAssocID="{9039EB7F-2108-433B-B4E3-BA91116F7BD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"/>
        </a:ext>
      </dgm:extLst>
    </dgm:pt>
    <dgm:pt modelId="{DEBD3B20-7294-405D-92B9-95A50AF10183}" type="pres">
      <dgm:prSet presAssocID="{9039EB7F-2108-433B-B4E3-BA91116F7BD1}" presName="spaceRect" presStyleCnt="0"/>
      <dgm:spPr/>
    </dgm:pt>
    <dgm:pt modelId="{FA1EE808-0A0A-4E3E-8774-F0DC39CB53E9}" type="pres">
      <dgm:prSet presAssocID="{9039EB7F-2108-433B-B4E3-BA91116F7BD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6958D0A-73E0-45B2-BCBF-FA6E8DFF2E6B}" type="presOf" srcId="{79777AFE-AA01-424D-A6B6-D986FC4356F5}" destId="{F4546A29-29F9-47E8-AE5D-AE22C45DB251}" srcOrd="0" destOrd="0" presId="urn:microsoft.com/office/officeart/2018/2/layout/IconVerticalSolidList"/>
    <dgm:cxn modelId="{58F08B0D-AB15-440B-9FB4-A92320A1CEDA}" srcId="{90364720-DBC0-4F7C-91C6-C82EBCF14CC0}" destId="{79777AFE-AA01-424D-A6B6-D986FC4356F5}" srcOrd="1" destOrd="0" parTransId="{1720E7F9-1965-4433-85D2-A89896D6D322}" sibTransId="{CC113816-C77A-45DB-9134-414228EC602E}"/>
    <dgm:cxn modelId="{5599E519-5247-455C-B001-C5E6CC7FB971}" type="presOf" srcId="{D2E84607-404A-4E5E-8FF8-DEE36A54A500}" destId="{D39D4A9B-53BA-4E37-A4D4-898B08AB2DF9}" srcOrd="0" destOrd="0" presId="urn:microsoft.com/office/officeart/2018/2/layout/IconVerticalSolidList"/>
    <dgm:cxn modelId="{13DF7B1C-02E2-4FD0-B44D-9761CF27D94F}" type="presOf" srcId="{90364720-DBC0-4F7C-91C6-C82EBCF14CC0}" destId="{69225E8B-E41F-423D-B88E-81A43AC7D5F6}" srcOrd="0" destOrd="0" presId="urn:microsoft.com/office/officeart/2018/2/layout/IconVerticalSolidList"/>
    <dgm:cxn modelId="{0677B84A-0BBD-4D90-9D22-15D74984AED7}" srcId="{90364720-DBC0-4F7C-91C6-C82EBCF14CC0}" destId="{D2E84607-404A-4E5E-8FF8-DEE36A54A500}" srcOrd="0" destOrd="0" parTransId="{54AD14E2-A887-4D35-9BC1-CFF090626314}" sibTransId="{8C459481-F0C1-40C6-A629-320B33538FC8}"/>
    <dgm:cxn modelId="{B7825A51-56BD-467D-B3A2-2E6A2CFE7A8F}" srcId="{90364720-DBC0-4F7C-91C6-C82EBCF14CC0}" destId="{9039EB7F-2108-433B-B4E3-BA91116F7BD1}" srcOrd="3" destOrd="0" parTransId="{48F38B5E-4573-4B0D-AE9A-E256E6967000}" sibTransId="{BFD7B13F-E379-4BDE-B69C-B23686F1B2C8}"/>
    <dgm:cxn modelId="{7E343ECE-CADE-47F0-B400-E89AEBF195B2}" type="presOf" srcId="{FFCBD8AB-0411-4BA0-8D5E-FAF479311F56}" destId="{710A8D38-130E-4EDC-84C9-20E7697083F8}" srcOrd="0" destOrd="0" presId="urn:microsoft.com/office/officeart/2018/2/layout/IconVerticalSolidList"/>
    <dgm:cxn modelId="{284C5AD3-7585-4442-912A-FC0F4AD029C7}" srcId="{90364720-DBC0-4F7C-91C6-C82EBCF14CC0}" destId="{FFCBD8AB-0411-4BA0-8D5E-FAF479311F56}" srcOrd="2" destOrd="0" parTransId="{C6960F9A-26CF-46A4-8829-5CA3B653A9C7}" sibTransId="{E01A1A9A-1B8E-4DF5-B551-00EE8CA6DAA1}"/>
    <dgm:cxn modelId="{9A4F35DD-B6DD-47AD-BB20-E7823E2DD0DD}" type="presOf" srcId="{9039EB7F-2108-433B-B4E3-BA91116F7BD1}" destId="{FA1EE808-0A0A-4E3E-8774-F0DC39CB53E9}" srcOrd="0" destOrd="0" presId="urn:microsoft.com/office/officeart/2018/2/layout/IconVerticalSolidList"/>
    <dgm:cxn modelId="{8DD46E56-3DFB-4D48-9176-C30E4DD67960}" type="presParOf" srcId="{69225E8B-E41F-423D-B88E-81A43AC7D5F6}" destId="{DBC8B9C0-2F73-4194-8233-59AC4077DF2C}" srcOrd="0" destOrd="0" presId="urn:microsoft.com/office/officeart/2018/2/layout/IconVerticalSolidList"/>
    <dgm:cxn modelId="{C01EF814-341E-4B19-9E85-83676AE27F04}" type="presParOf" srcId="{DBC8B9C0-2F73-4194-8233-59AC4077DF2C}" destId="{B8A3EBED-27E2-48C1-B8D4-7F2D390D82A4}" srcOrd="0" destOrd="0" presId="urn:microsoft.com/office/officeart/2018/2/layout/IconVerticalSolidList"/>
    <dgm:cxn modelId="{94298A6F-58F6-48E8-BD21-0BC40419DAB5}" type="presParOf" srcId="{DBC8B9C0-2F73-4194-8233-59AC4077DF2C}" destId="{D9215758-A97C-4F6F-8CA5-DC4238A08E66}" srcOrd="1" destOrd="0" presId="urn:microsoft.com/office/officeart/2018/2/layout/IconVerticalSolidList"/>
    <dgm:cxn modelId="{1BA0B23B-E630-4243-86D2-7EF7255A0E61}" type="presParOf" srcId="{DBC8B9C0-2F73-4194-8233-59AC4077DF2C}" destId="{2C062492-3082-4EE7-8A71-D6AAA34ED51E}" srcOrd="2" destOrd="0" presId="urn:microsoft.com/office/officeart/2018/2/layout/IconVerticalSolidList"/>
    <dgm:cxn modelId="{670F09A6-1DD5-4678-B755-3F68DF52D757}" type="presParOf" srcId="{DBC8B9C0-2F73-4194-8233-59AC4077DF2C}" destId="{D39D4A9B-53BA-4E37-A4D4-898B08AB2DF9}" srcOrd="3" destOrd="0" presId="urn:microsoft.com/office/officeart/2018/2/layout/IconVerticalSolidList"/>
    <dgm:cxn modelId="{97D4C4DD-8158-44FF-AF0F-1660F8E58382}" type="presParOf" srcId="{69225E8B-E41F-423D-B88E-81A43AC7D5F6}" destId="{8B7416CD-0CE3-484C-AE17-50E23844F960}" srcOrd="1" destOrd="0" presId="urn:microsoft.com/office/officeart/2018/2/layout/IconVerticalSolidList"/>
    <dgm:cxn modelId="{3C8B6CB2-72DB-486D-9352-18B933E52D2F}" type="presParOf" srcId="{69225E8B-E41F-423D-B88E-81A43AC7D5F6}" destId="{9952DD4A-282D-4174-B0CF-83A11590FF17}" srcOrd="2" destOrd="0" presId="urn:microsoft.com/office/officeart/2018/2/layout/IconVerticalSolidList"/>
    <dgm:cxn modelId="{D6705536-28A4-4E78-B064-E9F7AE4E4B0B}" type="presParOf" srcId="{9952DD4A-282D-4174-B0CF-83A11590FF17}" destId="{6455347C-2B67-4ADE-996B-8B2EEDC46C9E}" srcOrd="0" destOrd="0" presId="urn:microsoft.com/office/officeart/2018/2/layout/IconVerticalSolidList"/>
    <dgm:cxn modelId="{E5145E1B-6AED-4795-9E46-11C02E8452B7}" type="presParOf" srcId="{9952DD4A-282D-4174-B0CF-83A11590FF17}" destId="{603F32E1-676B-4CC2-B2EC-B02B2D5235FC}" srcOrd="1" destOrd="0" presId="urn:microsoft.com/office/officeart/2018/2/layout/IconVerticalSolidList"/>
    <dgm:cxn modelId="{B6EFF672-A6F8-4D45-A921-B86483F9DF0E}" type="presParOf" srcId="{9952DD4A-282D-4174-B0CF-83A11590FF17}" destId="{6F886B8D-4EC5-4DB4-AF73-249BF9E7B4A2}" srcOrd="2" destOrd="0" presId="urn:microsoft.com/office/officeart/2018/2/layout/IconVerticalSolidList"/>
    <dgm:cxn modelId="{1826BAD3-5B3D-4CAD-8EAB-F65E6E699C15}" type="presParOf" srcId="{9952DD4A-282D-4174-B0CF-83A11590FF17}" destId="{F4546A29-29F9-47E8-AE5D-AE22C45DB251}" srcOrd="3" destOrd="0" presId="urn:microsoft.com/office/officeart/2018/2/layout/IconVerticalSolidList"/>
    <dgm:cxn modelId="{BF1CAF26-F18E-4E60-891C-C91B7BE4BB30}" type="presParOf" srcId="{69225E8B-E41F-423D-B88E-81A43AC7D5F6}" destId="{9BB4C9B3-02D1-4F33-AD5A-BA7E606355A8}" srcOrd="3" destOrd="0" presId="urn:microsoft.com/office/officeart/2018/2/layout/IconVerticalSolidList"/>
    <dgm:cxn modelId="{046A1387-E575-4ED4-B52E-FD95CA2318C4}" type="presParOf" srcId="{69225E8B-E41F-423D-B88E-81A43AC7D5F6}" destId="{F6D6FE55-4DF2-4A14-A688-51F760142DCE}" srcOrd="4" destOrd="0" presId="urn:microsoft.com/office/officeart/2018/2/layout/IconVerticalSolidList"/>
    <dgm:cxn modelId="{35D85957-651D-4D58-8F72-11D1AF9EC3C1}" type="presParOf" srcId="{F6D6FE55-4DF2-4A14-A688-51F760142DCE}" destId="{744B623B-6B2E-4963-9459-D026FB4EFF64}" srcOrd="0" destOrd="0" presId="urn:microsoft.com/office/officeart/2018/2/layout/IconVerticalSolidList"/>
    <dgm:cxn modelId="{8FE69339-FD81-4EEC-A2C3-C6F06D0C7C73}" type="presParOf" srcId="{F6D6FE55-4DF2-4A14-A688-51F760142DCE}" destId="{DAAE5BB2-C514-4110-B619-54539B3D61CE}" srcOrd="1" destOrd="0" presId="urn:microsoft.com/office/officeart/2018/2/layout/IconVerticalSolidList"/>
    <dgm:cxn modelId="{6A8A9E48-73CA-4703-9333-81028F7279DA}" type="presParOf" srcId="{F6D6FE55-4DF2-4A14-A688-51F760142DCE}" destId="{0FD698B0-DDBD-4902-9E7D-6EF7CB5DA553}" srcOrd="2" destOrd="0" presId="urn:microsoft.com/office/officeart/2018/2/layout/IconVerticalSolidList"/>
    <dgm:cxn modelId="{D8B1F17D-439E-4DAD-AAB8-FB136803EE0E}" type="presParOf" srcId="{F6D6FE55-4DF2-4A14-A688-51F760142DCE}" destId="{710A8D38-130E-4EDC-84C9-20E7697083F8}" srcOrd="3" destOrd="0" presId="urn:microsoft.com/office/officeart/2018/2/layout/IconVerticalSolidList"/>
    <dgm:cxn modelId="{3C14D22C-59F0-407E-84AB-9C3462CDE0D9}" type="presParOf" srcId="{69225E8B-E41F-423D-B88E-81A43AC7D5F6}" destId="{5F35A3AD-9732-44B4-94F0-39B2B2954134}" srcOrd="5" destOrd="0" presId="urn:microsoft.com/office/officeart/2018/2/layout/IconVerticalSolidList"/>
    <dgm:cxn modelId="{43F917DF-6C33-4479-A47F-D51F4A2E1A3B}" type="presParOf" srcId="{69225E8B-E41F-423D-B88E-81A43AC7D5F6}" destId="{6045B3F9-5E28-4E3E-8867-B6E3F0572E31}" srcOrd="6" destOrd="0" presId="urn:microsoft.com/office/officeart/2018/2/layout/IconVerticalSolidList"/>
    <dgm:cxn modelId="{E106B849-3B79-4F36-B8E2-CC63D35FB494}" type="presParOf" srcId="{6045B3F9-5E28-4E3E-8867-B6E3F0572E31}" destId="{CB908954-5B2C-4CD3-BF8B-813B6A6CC2F9}" srcOrd="0" destOrd="0" presId="urn:microsoft.com/office/officeart/2018/2/layout/IconVerticalSolidList"/>
    <dgm:cxn modelId="{E6EDC51A-98B7-4BC1-BCE2-41498C9DED43}" type="presParOf" srcId="{6045B3F9-5E28-4E3E-8867-B6E3F0572E31}" destId="{2A74F2A3-9B3A-43A9-B8FC-ABF440BF3DB6}" srcOrd="1" destOrd="0" presId="urn:microsoft.com/office/officeart/2018/2/layout/IconVerticalSolidList"/>
    <dgm:cxn modelId="{8EF15069-BF7C-4906-B6B7-F14462D39710}" type="presParOf" srcId="{6045B3F9-5E28-4E3E-8867-B6E3F0572E31}" destId="{DEBD3B20-7294-405D-92B9-95A50AF10183}" srcOrd="2" destOrd="0" presId="urn:microsoft.com/office/officeart/2018/2/layout/IconVerticalSolidList"/>
    <dgm:cxn modelId="{A3D2F01D-581B-42F6-83DB-8C75248C096F}" type="presParOf" srcId="{6045B3F9-5E28-4E3E-8867-B6E3F0572E31}" destId="{FA1EE808-0A0A-4E3E-8774-F0DC39CB53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399BD2E-9788-4CDE-8572-824D342DB999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F03AEF0-5303-4302-BF6D-308FF9A0D346}">
      <dgm:prSet/>
      <dgm:spPr/>
      <dgm:t>
        <a:bodyPr/>
        <a:lstStyle/>
        <a:p>
          <a:r>
            <a:rPr lang="en-US"/>
            <a:t>Original Model MAE: 0.83, RMSE: 1.56</a:t>
          </a:r>
        </a:p>
      </dgm:t>
    </dgm:pt>
    <dgm:pt modelId="{96E2BD64-B05C-44E9-A2CD-DC33C3ADD247}" type="parTrans" cxnId="{8AEDB9D5-DCF7-4E40-98F2-EE02978D0D32}">
      <dgm:prSet/>
      <dgm:spPr/>
      <dgm:t>
        <a:bodyPr/>
        <a:lstStyle/>
        <a:p>
          <a:endParaRPr lang="en-US"/>
        </a:p>
      </dgm:t>
    </dgm:pt>
    <dgm:pt modelId="{35C2B571-A014-4CBE-8ECE-2071405B4F2B}" type="sibTrans" cxnId="{8AEDB9D5-DCF7-4E40-98F2-EE02978D0D32}">
      <dgm:prSet/>
      <dgm:spPr/>
      <dgm:t>
        <a:bodyPr/>
        <a:lstStyle/>
        <a:p>
          <a:endParaRPr lang="en-US"/>
        </a:p>
      </dgm:t>
    </dgm:pt>
    <dgm:pt modelId="{F53F502D-C945-49BD-A528-3E4C3DE56CA1}">
      <dgm:prSet/>
      <dgm:spPr/>
      <dgm:t>
        <a:bodyPr/>
        <a:lstStyle/>
        <a:p>
          <a:r>
            <a:rPr lang="en-US"/>
            <a:t>Augmented Model MAE: 0.95, RMSE: 1.78</a:t>
          </a:r>
        </a:p>
      </dgm:t>
    </dgm:pt>
    <dgm:pt modelId="{64DB72ED-F1C8-4278-93AA-23D391C006F6}" type="parTrans" cxnId="{655F53E0-6145-4345-9167-C11BEBCA1049}">
      <dgm:prSet/>
      <dgm:spPr/>
      <dgm:t>
        <a:bodyPr/>
        <a:lstStyle/>
        <a:p>
          <a:endParaRPr lang="en-US"/>
        </a:p>
      </dgm:t>
    </dgm:pt>
    <dgm:pt modelId="{B0BADE01-D466-4030-9F39-FBFFD9894A5B}" type="sibTrans" cxnId="{655F53E0-6145-4345-9167-C11BEBCA1049}">
      <dgm:prSet/>
      <dgm:spPr/>
      <dgm:t>
        <a:bodyPr/>
        <a:lstStyle/>
        <a:p>
          <a:endParaRPr lang="en-US"/>
        </a:p>
      </dgm:t>
    </dgm:pt>
    <dgm:pt modelId="{11D2E895-1000-4ED2-9455-CB0F7FD5B309}">
      <dgm:prSet/>
      <dgm:spPr/>
      <dgm:t>
        <a:bodyPr/>
        <a:lstStyle/>
        <a:p>
          <a:r>
            <a:rPr lang="en-US"/>
            <a:t>Original model performed better</a:t>
          </a:r>
        </a:p>
      </dgm:t>
    </dgm:pt>
    <dgm:pt modelId="{D2C4B2C4-DFA0-457E-A004-49F2EAA79DBA}" type="parTrans" cxnId="{8CEBFE0C-B6FF-4B6A-8724-211DDEF3EFAE}">
      <dgm:prSet/>
      <dgm:spPr/>
      <dgm:t>
        <a:bodyPr/>
        <a:lstStyle/>
        <a:p>
          <a:endParaRPr lang="en-US"/>
        </a:p>
      </dgm:t>
    </dgm:pt>
    <dgm:pt modelId="{4E9ED4EA-CD1A-4377-A727-8F04E74BB9ED}" type="sibTrans" cxnId="{8CEBFE0C-B6FF-4B6A-8724-211DDEF3EFAE}">
      <dgm:prSet/>
      <dgm:spPr/>
      <dgm:t>
        <a:bodyPr/>
        <a:lstStyle/>
        <a:p>
          <a:endParaRPr lang="en-US"/>
        </a:p>
      </dgm:t>
    </dgm:pt>
    <dgm:pt modelId="{503E0072-36B4-4D38-9C17-693EC202F038}">
      <dgm:prSet/>
      <dgm:spPr/>
      <dgm:t>
        <a:bodyPr/>
        <a:lstStyle/>
        <a:p>
          <a:r>
            <a:rPr lang="en-US"/>
            <a:t>Synthetic data introduced noise</a:t>
          </a:r>
        </a:p>
      </dgm:t>
    </dgm:pt>
    <dgm:pt modelId="{A978DF8B-276F-470B-870C-A7F10E929513}" type="parTrans" cxnId="{5AEA8012-938E-43EA-85DE-0ECA01B51680}">
      <dgm:prSet/>
      <dgm:spPr/>
      <dgm:t>
        <a:bodyPr/>
        <a:lstStyle/>
        <a:p>
          <a:endParaRPr lang="en-US"/>
        </a:p>
      </dgm:t>
    </dgm:pt>
    <dgm:pt modelId="{E343E703-AF3F-419C-83BA-E69F0494E28A}" type="sibTrans" cxnId="{5AEA8012-938E-43EA-85DE-0ECA01B51680}">
      <dgm:prSet/>
      <dgm:spPr/>
      <dgm:t>
        <a:bodyPr/>
        <a:lstStyle/>
        <a:p>
          <a:endParaRPr lang="en-US"/>
        </a:p>
      </dgm:t>
    </dgm:pt>
    <dgm:pt modelId="{BAF4D5F4-557A-4744-AB95-3EF1D52A56C8}" type="pres">
      <dgm:prSet presAssocID="{8399BD2E-9788-4CDE-8572-824D342DB999}" presName="vert0" presStyleCnt="0">
        <dgm:presLayoutVars>
          <dgm:dir/>
          <dgm:animOne val="branch"/>
          <dgm:animLvl val="lvl"/>
        </dgm:presLayoutVars>
      </dgm:prSet>
      <dgm:spPr/>
    </dgm:pt>
    <dgm:pt modelId="{9D07E932-EAF7-4395-9923-31557BFAF8D7}" type="pres">
      <dgm:prSet presAssocID="{3F03AEF0-5303-4302-BF6D-308FF9A0D346}" presName="thickLine" presStyleLbl="alignNode1" presStyleIdx="0" presStyleCnt="4"/>
      <dgm:spPr/>
    </dgm:pt>
    <dgm:pt modelId="{F21972B0-C1A1-444B-8D03-1398E7352BC6}" type="pres">
      <dgm:prSet presAssocID="{3F03AEF0-5303-4302-BF6D-308FF9A0D346}" presName="horz1" presStyleCnt="0"/>
      <dgm:spPr/>
    </dgm:pt>
    <dgm:pt modelId="{899AA2F0-516D-4296-BB2F-502240EFE599}" type="pres">
      <dgm:prSet presAssocID="{3F03AEF0-5303-4302-BF6D-308FF9A0D346}" presName="tx1" presStyleLbl="revTx" presStyleIdx="0" presStyleCnt="4"/>
      <dgm:spPr/>
    </dgm:pt>
    <dgm:pt modelId="{BA93D9D4-713F-4F37-8399-21A540419C85}" type="pres">
      <dgm:prSet presAssocID="{3F03AEF0-5303-4302-BF6D-308FF9A0D346}" presName="vert1" presStyleCnt="0"/>
      <dgm:spPr/>
    </dgm:pt>
    <dgm:pt modelId="{69F8DAC7-EDC5-4B74-BCFD-1290AA10185C}" type="pres">
      <dgm:prSet presAssocID="{F53F502D-C945-49BD-A528-3E4C3DE56CA1}" presName="thickLine" presStyleLbl="alignNode1" presStyleIdx="1" presStyleCnt="4"/>
      <dgm:spPr/>
    </dgm:pt>
    <dgm:pt modelId="{8F6CFC14-658B-4C6D-A41F-A6FA1F9CACD3}" type="pres">
      <dgm:prSet presAssocID="{F53F502D-C945-49BD-A528-3E4C3DE56CA1}" presName="horz1" presStyleCnt="0"/>
      <dgm:spPr/>
    </dgm:pt>
    <dgm:pt modelId="{EEC4DB14-BC74-42A7-8BA4-D6EB5FB14465}" type="pres">
      <dgm:prSet presAssocID="{F53F502D-C945-49BD-A528-3E4C3DE56CA1}" presName="tx1" presStyleLbl="revTx" presStyleIdx="1" presStyleCnt="4"/>
      <dgm:spPr/>
    </dgm:pt>
    <dgm:pt modelId="{DCDDD93A-9531-4DBC-92E2-ECA6F4F0F018}" type="pres">
      <dgm:prSet presAssocID="{F53F502D-C945-49BD-A528-3E4C3DE56CA1}" presName="vert1" presStyleCnt="0"/>
      <dgm:spPr/>
    </dgm:pt>
    <dgm:pt modelId="{BEB5153E-1376-49C7-9737-3620D89563BA}" type="pres">
      <dgm:prSet presAssocID="{11D2E895-1000-4ED2-9455-CB0F7FD5B309}" presName="thickLine" presStyleLbl="alignNode1" presStyleIdx="2" presStyleCnt="4"/>
      <dgm:spPr/>
    </dgm:pt>
    <dgm:pt modelId="{FA671EDC-170D-4BCD-874F-5AC223AA23BA}" type="pres">
      <dgm:prSet presAssocID="{11D2E895-1000-4ED2-9455-CB0F7FD5B309}" presName="horz1" presStyleCnt="0"/>
      <dgm:spPr/>
    </dgm:pt>
    <dgm:pt modelId="{9A4488E5-C8AF-41FE-B7C2-9F397D11DDF1}" type="pres">
      <dgm:prSet presAssocID="{11D2E895-1000-4ED2-9455-CB0F7FD5B309}" presName="tx1" presStyleLbl="revTx" presStyleIdx="2" presStyleCnt="4"/>
      <dgm:spPr/>
    </dgm:pt>
    <dgm:pt modelId="{AFD66AA0-4B86-432F-BF19-B5EDC0024103}" type="pres">
      <dgm:prSet presAssocID="{11D2E895-1000-4ED2-9455-CB0F7FD5B309}" presName="vert1" presStyleCnt="0"/>
      <dgm:spPr/>
    </dgm:pt>
    <dgm:pt modelId="{C3D1AC9C-46AE-47F3-906C-0C655B9B5451}" type="pres">
      <dgm:prSet presAssocID="{503E0072-36B4-4D38-9C17-693EC202F038}" presName="thickLine" presStyleLbl="alignNode1" presStyleIdx="3" presStyleCnt="4"/>
      <dgm:spPr/>
    </dgm:pt>
    <dgm:pt modelId="{38A288AE-0A8C-4849-A052-1271D1B5CA4C}" type="pres">
      <dgm:prSet presAssocID="{503E0072-36B4-4D38-9C17-693EC202F038}" presName="horz1" presStyleCnt="0"/>
      <dgm:spPr/>
    </dgm:pt>
    <dgm:pt modelId="{1D723593-4439-4332-87CD-E9882945F590}" type="pres">
      <dgm:prSet presAssocID="{503E0072-36B4-4D38-9C17-693EC202F038}" presName="tx1" presStyleLbl="revTx" presStyleIdx="3" presStyleCnt="4"/>
      <dgm:spPr/>
    </dgm:pt>
    <dgm:pt modelId="{D471C540-B253-4EAC-B108-52467310EC70}" type="pres">
      <dgm:prSet presAssocID="{503E0072-36B4-4D38-9C17-693EC202F038}" presName="vert1" presStyleCnt="0"/>
      <dgm:spPr/>
    </dgm:pt>
  </dgm:ptLst>
  <dgm:cxnLst>
    <dgm:cxn modelId="{8CEBFE0C-B6FF-4B6A-8724-211DDEF3EFAE}" srcId="{8399BD2E-9788-4CDE-8572-824D342DB999}" destId="{11D2E895-1000-4ED2-9455-CB0F7FD5B309}" srcOrd="2" destOrd="0" parTransId="{D2C4B2C4-DFA0-457E-A004-49F2EAA79DBA}" sibTransId="{4E9ED4EA-CD1A-4377-A727-8F04E74BB9ED}"/>
    <dgm:cxn modelId="{5AEA8012-938E-43EA-85DE-0ECA01B51680}" srcId="{8399BD2E-9788-4CDE-8572-824D342DB999}" destId="{503E0072-36B4-4D38-9C17-693EC202F038}" srcOrd="3" destOrd="0" parTransId="{A978DF8B-276F-470B-870C-A7F10E929513}" sibTransId="{E343E703-AF3F-419C-83BA-E69F0494E28A}"/>
    <dgm:cxn modelId="{21EE7217-9945-45DE-86DD-26772F3C1F2B}" type="presOf" srcId="{3F03AEF0-5303-4302-BF6D-308FF9A0D346}" destId="{899AA2F0-516D-4296-BB2F-502240EFE599}" srcOrd="0" destOrd="0" presId="urn:microsoft.com/office/officeart/2008/layout/LinedList"/>
    <dgm:cxn modelId="{7564E822-A266-48D6-A77B-CF34AF942B60}" type="presOf" srcId="{8399BD2E-9788-4CDE-8572-824D342DB999}" destId="{BAF4D5F4-557A-4744-AB95-3EF1D52A56C8}" srcOrd="0" destOrd="0" presId="urn:microsoft.com/office/officeart/2008/layout/LinedList"/>
    <dgm:cxn modelId="{689D6C24-1B16-4030-9B5A-5173A44894ED}" type="presOf" srcId="{F53F502D-C945-49BD-A528-3E4C3DE56CA1}" destId="{EEC4DB14-BC74-42A7-8BA4-D6EB5FB14465}" srcOrd="0" destOrd="0" presId="urn:microsoft.com/office/officeart/2008/layout/LinedList"/>
    <dgm:cxn modelId="{90FA2F65-364F-421F-9B34-BEE1D5F013FB}" type="presOf" srcId="{503E0072-36B4-4D38-9C17-693EC202F038}" destId="{1D723593-4439-4332-87CD-E9882945F590}" srcOrd="0" destOrd="0" presId="urn:microsoft.com/office/officeart/2008/layout/LinedList"/>
    <dgm:cxn modelId="{8AEDB9D5-DCF7-4E40-98F2-EE02978D0D32}" srcId="{8399BD2E-9788-4CDE-8572-824D342DB999}" destId="{3F03AEF0-5303-4302-BF6D-308FF9A0D346}" srcOrd="0" destOrd="0" parTransId="{96E2BD64-B05C-44E9-A2CD-DC33C3ADD247}" sibTransId="{35C2B571-A014-4CBE-8ECE-2071405B4F2B}"/>
    <dgm:cxn modelId="{4579D1DC-4FF4-4A18-A1B7-91079BAEFA63}" type="presOf" srcId="{11D2E895-1000-4ED2-9455-CB0F7FD5B309}" destId="{9A4488E5-C8AF-41FE-B7C2-9F397D11DDF1}" srcOrd="0" destOrd="0" presId="urn:microsoft.com/office/officeart/2008/layout/LinedList"/>
    <dgm:cxn modelId="{655F53E0-6145-4345-9167-C11BEBCA1049}" srcId="{8399BD2E-9788-4CDE-8572-824D342DB999}" destId="{F53F502D-C945-49BD-A528-3E4C3DE56CA1}" srcOrd="1" destOrd="0" parTransId="{64DB72ED-F1C8-4278-93AA-23D391C006F6}" sibTransId="{B0BADE01-D466-4030-9F39-FBFFD9894A5B}"/>
    <dgm:cxn modelId="{C68ACB9E-EAEC-4CDD-BA11-AF2B6ED80576}" type="presParOf" srcId="{BAF4D5F4-557A-4744-AB95-3EF1D52A56C8}" destId="{9D07E932-EAF7-4395-9923-31557BFAF8D7}" srcOrd="0" destOrd="0" presId="urn:microsoft.com/office/officeart/2008/layout/LinedList"/>
    <dgm:cxn modelId="{A01DDBE6-BAFB-4539-ACFA-BD9DE7C31310}" type="presParOf" srcId="{BAF4D5F4-557A-4744-AB95-3EF1D52A56C8}" destId="{F21972B0-C1A1-444B-8D03-1398E7352BC6}" srcOrd="1" destOrd="0" presId="urn:microsoft.com/office/officeart/2008/layout/LinedList"/>
    <dgm:cxn modelId="{68A7EBE9-514C-4482-83F5-E32E431E1422}" type="presParOf" srcId="{F21972B0-C1A1-444B-8D03-1398E7352BC6}" destId="{899AA2F0-516D-4296-BB2F-502240EFE599}" srcOrd="0" destOrd="0" presId="urn:microsoft.com/office/officeart/2008/layout/LinedList"/>
    <dgm:cxn modelId="{25B65F5A-6ED6-4C55-9F73-104EEDACB0D6}" type="presParOf" srcId="{F21972B0-C1A1-444B-8D03-1398E7352BC6}" destId="{BA93D9D4-713F-4F37-8399-21A540419C85}" srcOrd="1" destOrd="0" presId="urn:microsoft.com/office/officeart/2008/layout/LinedList"/>
    <dgm:cxn modelId="{E9B28135-C982-4C9E-8E0F-7041D0C0C076}" type="presParOf" srcId="{BAF4D5F4-557A-4744-AB95-3EF1D52A56C8}" destId="{69F8DAC7-EDC5-4B74-BCFD-1290AA10185C}" srcOrd="2" destOrd="0" presId="urn:microsoft.com/office/officeart/2008/layout/LinedList"/>
    <dgm:cxn modelId="{ED573AC6-5D9A-4F0E-A608-D1F8BE2B4AC1}" type="presParOf" srcId="{BAF4D5F4-557A-4744-AB95-3EF1D52A56C8}" destId="{8F6CFC14-658B-4C6D-A41F-A6FA1F9CACD3}" srcOrd="3" destOrd="0" presId="urn:microsoft.com/office/officeart/2008/layout/LinedList"/>
    <dgm:cxn modelId="{A3E7BC60-2713-4CDF-8991-F06CD79C4F9C}" type="presParOf" srcId="{8F6CFC14-658B-4C6D-A41F-A6FA1F9CACD3}" destId="{EEC4DB14-BC74-42A7-8BA4-D6EB5FB14465}" srcOrd="0" destOrd="0" presId="urn:microsoft.com/office/officeart/2008/layout/LinedList"/>
    <dgm:cxn modelId="{06590502-9FE9-4F77-83C2-E13BCB21F4CA}" type="presParOf" srcId="{8F6CFC14-658B-4C6D-A41F-A6FA1F9CACD3}" destId="{DCDDD93A-9531-4DBC-92E2-ECA6F4F0F018}" srcOrd="1" destOrd="0" presId="urn:microsoft.com/office/officeart/2008/layout/LinedList"/>
    <dgm:cxn modelId="{4AAFC48E-DA8F-4DBC-9029-3992A369B743}" type="presParOf" srcId="{BAF4D5F4-557A-4744-AB95-3EF1D52A56C8}" destId="{BEB5153E-1376-49C7-9737-3620D89563BA}" srcOrd="4" destOrd="0" presId="urn:microsoft.com/office/officeart/2008/layout/LinedList"/>
    <dgm:cxn modelId="{5B1AA4AC-B7A0-43D8-8F1C-26B9C39A49C6}" type="presParOf" srcId="{BAF4D5F4-557A-4744-AB95-3EF1D52A56C8}" destId="{FA671EDC-170D-4BCD-874F-5AC223AA23BA}" srcOrd="5" destOrd="0" presId="urn:microsoft.com/office/officeart/2008/layout/LinedList"/>
    <dgm:cxn modelId="{D157BD02-6BCB-4566-9C98-A60F244CA567}" type="presParOf" srcId="{FA671EDC-170D-4BCD-874F-5AC223AA23BA}" destId="{9A4488E5-C8AF-41FE-B7C2-9F397D11DDF1}" srcOrd="0" destOrd="0" presId="urn:microsoft.com/office/officeart/2008/layout/LinedList"/>
    <dgm:cxn modelId="{44E17066-4099-4151-8ED2-6D9D2FC686AD}" type="presParOf" srcId="{FA671EDC-170D-4BCD-874F-5AC223AA23BA}" destId="{AFD66AA0-4B86-432F-BF19-B5EDC0024103}" srcOrd="1" destOrd="0" presId="urn:microsoft.com/office/officeart/2008/layout/LinedList"/>
    <dgm:cxn modelId="{84EC1EEE-D395-4439-B261-80ED974A5B1F}" type="presParOf" srcId="{BAF4D5F4-557A-4744-AB95-3EF1D52A56C8}" destId="{C3D1AC9C-46AE-47F3-906C-0C655B9B5451}" srcOrd="6" destOrd="0" presId="urn:microsoft.com/office/officeart/2008/layout/LinedList"/>
    <dgm:cxn modelId="{12E6E333-4BF7-4D64-A3B2-89C324842E53}" type="presParOf" srcId="{BAF4D5F4-557A-4744-AB95-3EF1D52A56C8}" destId="{38A288AE-0A8C-4849-A052-1271D1B5CA4C}" srcOrd="7" destOrd="0" presId="urn:microsoft.com/office/officeart/2008/layout/LinedList"/>
    <dgm:cxn modelId="{8E794A30-8C89-4698-AF7D-9F42DB26FCC8}" type="presParOf" srcId="{38A288AE-0A8C-4849-A052-1271D1B5CA4C}" destId="{1D723593-4439-4332-87CD-E9882945F590}" srcOrd="0" destOrd="0" presId="urn:microsoft.com/office/officeart/2008/layout/LinedList"/>
    <dgm:cxn modelId="{F14845BC-8B74-4D59-880A-F6BC6EB91096}" type="presParOf" srcId="{38A288AE-0A8C-4849-A052-1271D1B5CA4C}" destId="{D471C540-B253-4EAC-B108-52467310EC7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C118D0B-1C94-4C6A-A45F-2F2B0B1ECF07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9677E5D-8451-4204-B47F-1D1E7B777945}">
      <dgm:prSet/>
      <dgm:spPr/>
      <dgm:t>
        <a:bodyPr/>
        <a:lstStyle/>
        <a:p>
          <a:r>
            <a:rPr lang="en-US"/>
            <a:t>Feature engineering improved performance significantly</a:t>
          </a:r>
        </a:p>
      </dgm:t>
    </dgm:pt>
    <dgm:pt modelId="{FB1E2B66-9584-4715-9265-FFE713DCB264}" type="parTrans" cxnId="{9E4A02AD-F83C-4845-8CCF-28A756F20280}">
      <dgm:prSet/>
      <dgm:spPr/>
      <dgm:t>
        <a:bodyPr/>
        <a:lstStyle/>
        <a:p>
          <a:endParaRPr lang="en-US"/>
        </a:p>
      </dgm:t>
    </dgm:pt>
    <dgm:pt modelId="{F6EA49C5-5559-48D5-800C-08ABB8E315F4}" type="sibTrans" cxnId="{9E4A02AD-F83C-4845-8CCF-28A756F20280}">
      <dgm:prSet/>
      <dgm:spPr/>
      <dgm:t>
        <a:bodyPr/>
        <a:lstStyle/>
        <a:p>
          <a:endParaRPr lang="en-US"/>
        </a:p>
      </dgm:t>
    </dgm:pt>
    <dgm:pt modelId="{DB3AAADE-1FDB-4FAF-A90F-02AD39C8CB75}">
      <dgm:prSet/>
      <dgm:spPr/>
      <dgm:t>
        <a:bodyPr/>
        <a:lstStyle/>
        <a:p>
          <a:r>
            <a:rPr lang="en-US"/>
            <a:t>Random Forest handled variability better</a:t>
          </a:r>
        </a:p>
      </dgm:t>
    </dgm:pt>
    <dgm:pt modelId="{DB2C84FA-E676-4F39-B81C-01F61672B597}" type="parTrans" cxnId="{963797C6-AD80-481A-8291-EB1BB3EDEE95}">
      <dgm:prSet/>
      <dgm:spPr/>
      <dgm:t>
        <a:bodyPr/>
        <a:lstStyle/>
        <a:p>
          <a:endParaRPr lang="en-US"/>
        </a:p>
      </dgm:t>
    </dgm:pt>
    <dgm:pt modelId="{579863C3-C1AA-4D8D-8B07-E21E6A2C940D}" type="sibTrans" cxnId="{963797C6-AD80-481A-8291-EB1BB3EDEE95}">
      <dgm:prSet/>
      <dgm:spPr/>
      <dgm:t>
        <a:bodyPr/>
        <a:lstStyle/>
        <a:p>
          <a:endParaRPr lang="en-US"/>
        </a:p>
      </dgm:t>
    </dgm:pt>
    <dgm:pt modelId="{DE5D24A7-2A25-43B1-A5E7-CC1BFFC8F7A5}">
      <dgm:prSet/>
      <dgm:spPr/>
      <dgm:t>
        <a:bodyPr/>
        <a:lstStyle/>
        <a:p>
          <a:r>
            <a:rPr lang="en-US"/>
            <a:t>VAE augmentation did not improve results</a:t>
          </a:r>
        </a:p>
      </dgm:t>
    </dgm:pt>
    <dgm:pt modelId="{C7444AE8-8604-46EF-9A8C-15B9970CCFCD}" type="parTrans" cxnId="{70D02998-8945-4511-B625-CC6880CC6724}">
      <dgm:prSet/>
      <dgm:spPr/>
      <dgm:t>
        <a:bodyPr/>
        <a:lstStyle/>
        <a:p>
          <a:endParaRPr lang="en-US"/>
        </a:p>
      </dgm:t>
    </dgm:pt>
    <dgm:pt modelId="{4B044F5C-9D12-4BD5-AF42-C1B8AF06FE5D}" type="sibTrans" cxnId="{70D02998-8945-4511-B625-CC6880CC6724}">
      <dgm:prSet/>
      <dgm:spPr/>
      <dgm:t>
        <a:bodyPr/>
        <a:lstStyle/>
        <a:p>
          <a:endParaRPr lang="en-US"/>
        </a:p>
      </dgm:t>
    </dgm:pt>
    <dgm:pt modelId="{43BAD894-3014-4D93-A64E-A409371F6E9D}">
      <dgm:prSet/>
      <dgm:spPr/>
      <dgm:t>
        <a:bodyPr/>
        <a:lstStyle/>
        <a:p>
          <a:r>
            <a:rPr lang="en-US"/>
            <a:t>Future work: classification or hybrid models</a:t>
          </a:r>
        </a:p>
      </dgm:t>
    </dgm:pt>
    <dgm:pt modelId="{20E1EC4B-9877-41B3-94DB-839D22ECC9A9}" type="parTrans" cxnId="{C3FCADF8-C358-4956-ADCE-5E49D780B8B0}">
      <dgm:prSet/>
      <dgm:spPr/>
      <dgm:t>
        <a:bodyPr/>
        <a:lstStyle/>
        <a:p>
          <a:endParaRPr lang="en-US"/>
        </a:p>
      </dgm:t>
    </dgm:pt>
    <dgm:pt modelId="{82FD1BDD-0236-4973-A876-27602E76B2D6}" type="sibTrans" cxnId="{C3FCADF8-C358-4956-ADCE-5E49D780B8B0}">
      <dgm:prSet/>
      <dgm:spPr/>
      <dgm:t>
        <a:bodyPr/>
        <a:lstStyle/>
        <a:p>
          <a:endParaRPr lang="en-US"/>
        </a:p>
      </dgm:t>
    </dgm:pt>
    <dgm:pt modelId="{AE4FDEC5-E161-4C35-A6BD-E668DFDAA53F}" type="pres">
      <dgm:prSet presAssocID="{6C118D0B-1C94-4C6A-A45F-2F2B0B1ECF07}" presName="vert0" presStyleCnt="0">
        <dgm:presLayoutVars>
          <dgm:dir/>
          <dgm:animOne val="branch"/>
          <dgm:animLvl val="lvl"/>
        </dgm:presLayoutVars>
      </dgm:prSet>
      <dgm:spPr/>
    </dgm:pt>
    <dgm:pt modelId="{A6599DB2-6AA2-4645-BCE5-089BEA580CFE}" type="pres">
      <dgm:prSet presAssocID="{29677E5D-8451-4204-B47F-1D1E7B777945}" presName="thickLine" presStyleLbl="alignNode1" presStyleIdx="0" presStyleCnt="4"/>
      <dgm:spPr/>
    </dgm:pt>
    <dgm:pt modelId="{4B161916-5D7A-40E8-A69E-9983A0A0EB97}" type="pres">
      <dgm:prSet presAssocID="{29677E5D-8451-4204-B47F-1D1E7B777945}" presName="horz1" presStyleCnt="0"/>
      <dgm:spPr/>
    </dgm:pt>
    <dgm:pt modelId="{8AFAA4F6-B567-412D-9A3F-AE0E830684A0}" type="pres">
      <dgm:prSet presAssocID="{29677E5D-8451-4204-B47F-1D1E7B777945}" presName="tx1" presStyleLbl="revTx" presStyleIdx="0" presStyleCnt="4"/>
      <dgm:spPr/>
    </dgm:pt>
    <dgm:pt modelId="{BF113795-D568-4B88-A02C-D2DA845BE630}" type="pres">
      <dgm:prSet presAssocID="{29677E5D-8451-4204-B47F-1D1E7B777945}" presName="vert1" presStyleCnt="0"/>
      <dgm:spPr/>
    </dgm:pt>
    <dgm:pt modelId="{6A648C03-0731-450F-A2D0-4D37FA39CAD7}" type="pres">
      <dgm:prSet presAssocID="{DB3AAADE-1FDB-4FAF-A90F-02AD39C8CB75}" presName="thickLine" presStyleLbl="alignNode1" presStyleIdx="1" presStyleCnt="4"/>
      <dgm:spPr/>
    </dgm:pt>
    <dgm:pt modelId="{DD997D75-784D-4978-9B00-757EAF7258C3}" type="pres">
      <dgm:prSet presAssocID="{DB3AAADE-1FDB-4FAF-A90F-02AD39C8CB75}" presName="horz1" presStyleCnt="0"/>
      <dgm:spPr/>
    </dgm:pt>
    <dgm:pt modelId="{26AF3FA6-9A54-4BBB-8CE4-DDB5C23073DF}" type="pres">
      <dgm:prSet presAssocID="{DB3AAADE-1FDB-4FAF-A90F-02AD39C8CB75}" presName="tx1" presStyleLbl="revTx" presStyleIdx="1" presStyleCnt="4"/>
      <dgm:spPr/>
    </dgm:pt>
    <dgm:pt modelId="{F0A98986-E4CF-4ECE-9840-B3C9131C3202}" type="pres">
      <dgm:prSet presAssocID="{DB3AAADE-1FDB-4FAF-A90F-02AD39C8CB75}" presName="vert1" presStyleCnt="0"/>
      <dgm:spPr/>
    </dgm:pt>
    <dgm:pt modelId="{E18E0FD8-2573-4882-A3B7-F05B56767A79}" type="pres">
      <dgm:prSet presAssocID="{DE5D24A7-2A25-43B1-A5E7-CC1BFFC8F7A5}" presName="thickLine" presStyleLbl="alignNode1" presStyleIdx="2" presStyleCnt="4"/>
      <dgm:spPr/>
    </dgm:pt>
    <dgm:pt modelId="{A7E81488-9CC8-446F-8309-93E47AF20157}" type="pres">
      <dgm:prSet presAssocID="{DE5D24A7-2A25-43B1-A5E7-CC1BFFC8F7A5}" presName="horz1" presStyleCnt="0"/>
      <dgm:spPr/>
    </dgm:pt>
    <dgm:pt modelId="{9DD6D4DF-41F9-4DE3-A5EF-5FDCF9A3D18A}" type="pres">
      <dgm:prSet presAssocID="{DE5D24A7-2A25-43B1-A5E7-CC1BFFC8F7A5}" presName="tx1" presStyleLbl="revTx" presStyleIdx="2" presStyleCnt="4"/>
      <dgm:spPr/>
    </dgm:pt>
    <dgm:pt modelId="{AF9971C2-9363-43F9-94EB-FA6F6804070B}" type="pres">
      <dgm:prSet presAssocID="{DE5D24A7-2A25-43B1-A5E7-CC1BFFC8F7A5}" presName="vert1" presStyleCnt="0"/>
      <dgm:spPr/>
    </dgm:pt>
    <dgm:pt modelId="{681A9BF5-6CFB-4AA9-9B4A-96AD7DFD1382}" type="pres">
      <dgm:prSet presAssocID="{43BAD894-3014-4D93-A64E-A409371F6E9D}" presName="thickLine" presStyleLbl="alignNode1" presStyleIdx="3" presStyleCnt="4"/>
      <dgm:spPr/>
    </dgm:pt>
    <dgm:pt modelId="{5DF0D344-2AB5-4E6D-8610-E83567BED4FC}" type="pres">
      <dgm:prSet presAssocID="{43BAD894-3014-4D93-A64E-A409371F6E9D}" presName="horz1" presStyleCnt="0"/>
      <dgm:spPr/>
    </dgm:pt>
    <dgm:pt modelId="{F51F3251-9AF4-4B76-A39D-5D38CC3A8927}" type="pres">
      <dgm:prSet presAssocID="{43BAD894-3014-4D93-A64E-A409371F6E9D}" presName="tx1" presStyleLbl="revTx" presStyleIdx="3" presStyleCnt="4"/>
      <dgm:spPr/>
    </dgm:pt>
    <dgm:pt modelId="{1573CAEF-90D6-4653-9FA1-2A4931402D0E}" type="pres">
      <dgm:prSet presAssocID="{43BAD894-3014-4D93-A64E-A409371F6E9D}" presName="vert1" presStyleCnt="0"/>
      <dgm:spPr/>
    </dgm:pt>
  </dgm:ptLst>
  <dgm:cxnLst>
    <dgm:cxn modelId="{1082AD17-8B01-4978-818F-236557C4BD9B}" type="presOf" srcId="{DE5D24A7-2A25-43B1-A5E7-CC1BFFC8F7A5}" destId="{9DD6D4DF-41F9-4DE3-A5EF-5FDCF9A3D18A}" srcOrd="0" destOrd="0" presId="urn:microsoft.com/office/officeart/2008/layout/LinedList"/>
    <dgm:cxn modelId="{366FBB33-8386-49CA-9B0D-3596F414E426}" type="presOf" srcId="{29677E5D-8451-4204-B47F-1D1E7B777945}" destId="{8AFAA4F6-B567-412D-9A3F-AE0E830684A0}" srcOrd="0" destOrd="0" presId="urn:microsoft.com/office/officeart/2008/layout/LinedList"/>
    <dgm:cxn modelId="{26663954-4769-45FF-8076-3DE716182D82}" type="presOf" srcId="{43BAD894-3014-4D93-A64E-A409371F6E9D}" destId="{F51F3251-9AF4-4B76-A39D-5D38CC3A8927}" srcOrd="0" destOrd="0" presId="urn:microsoft.com/office/officeart/2008/layout/LinedList"/>
    <dgm:cxn modelId="{70D02998-8945-4511-B625-CC6880CC6724}" srcId="{6C118D0B-1C94-4C6A-A45F-2F2B0B1ECF07}" destId="{DE5D24A7-2A25-43B1-A5E7-CC1BFFC8F7A5}" srcOrd="2" destOrd="0" parTransId="{C7444AE8-8604-46EF-9A8C-15B9970CCFCD}" sibTransId="{4B044F5C-9D12-4BD5-AF42-C1B8AF06FE5D}"/>
    <dgm:cxn modelId="{9E4A02AD-F83C-4845-8CCF-28A756F20280}" srcId="{6C118D0B-1C94-4C6A-A45F-2F2B0B1ECF07}" destId="{29677E5D-8451-4204-B47F-1D1E7B777945}" srcOrd="0" destOrd="0" parTransId="{FB1E2B66-9584-4715-9265-FFE713DCB264}" sibTransId="{F6EA49C5-5559-48D5-800C-08ABB8E315F4}"/>
    <dgm:cxn modelId="{963797C6-AD80-481A-8291-EB1BB3EDEE95}" srcId="{6C118D0B-1C94-4C6A-A45F-2F2B0B1ECF07}" destId="{DB3AAADE-1FDB-4FAF-A90F-02AD39C8CB75}" srcOrd="1" destOrd="0" parTransId="{DB2C84FA-E676-4F39-B81C-01F61672B597}" sibTransId="{579863C3-C1AA-4D8D-8B07-E21E6A2C940D}"/>
    <dgm:cxn modelId="{00C9A4C7-1B39-4674-AD34-05DA48F91DA5}" type="presOf" srcId="{6C118D0B-1C94-4C6A-A45F-2F2B0B1ECF07}" destId="{AE4FDEC5-E161-4C35-A6BD-E668DFDAA53F}" srcOrd="0" destOrd="0" presId="urn:microsoft.com/office/officeart/2008/layout/LinedList"/>
    <dgm:cxn modelId="{B4D640E7-7374-4797-80E5-185A293CD980}" type="presOf" srcId="{DB3AAADE-1FDB-4FAF-A90F-02AD39C8CB75}" destId="{26AF3FA6-9A54-4BBB-8CE4-DDB5C23073DF}" srcOrd="0" destOrd="0" presId="urn:microsoft.com/office/officeart/2008/layout/LinedList"/>
    <dgm:cxn modelId="{C3FCADF8-C358-4956-ADCE-5E49D780B8B0}" srcId="{6C118D0B-1C94-4C6A-A45F-2F2B0B1ECF07}" destId="{43BAD894-3014-4D93-A64E-A409371F6E9D}" srcOrd="3" destOrd="0" parTransId="{20E1EC4B-9877-41B3-94DB-839D22ECC9A9}" sibTransId="{82FD1BDD-0236-4973-A876-27602E76B2D6}"/>
    <dgm:cxn modelId="{D0AF67F3-3141-4BFA-843C-DB54580E7512}" type="presParOf" srcId="{AE4FDEC5-E161-4C35-A6BD-E668DFDAA53F}" destId="{A6599DB2-6AA2-4645-BCE5-089BEA580CFE}" srcOrd="0" destOrd="0" presId="urn:microsoft.com/office/officeart/2008/layout/LinedList"/>
    <dgm:cxn modelId="{16BDE9BA-CA4A-4C75-89DA-154A06DE56EE}" type="presParOf" srcId="{AE4FDEC5-E161-4C35-A6BD-E668DFDAA53F}" destId="{4B161916-5D7A-40E8-A69E-9983A0A0EB97}" srcOrd="1" destOrd="0" presId="urn:microsoft.com/office/officeart/2008/layout/LinedList"/>
    <dgm:cxn modelId="{9332DD02-C3E9-40B1-A318-39E9BDC97B5C}" type="presParOf" srcId="{4B161916-5D7A-40E8-A69E-9983A0A0EB97}" destId="{8AFAA4F6-B567-412D-9A3F-AE0E830684A0}" srcOrd="0" destOrd="0" presId="urn:microsoft.com/office/officeart/2008/layout/LinedList"/>
    <dgm:cxn modelId="{855DE365-F2C3-4283-9758-4229D6A32D24}" type="presParOf" srcId="{4B161916-5D7A-40E8-A69E-9983A0A0EB97}" destId="{BF113795-D568-4B88-A02C-D2DA845BE630}" srcOrd="1" destOrd="0" presId="urn:microsoft.com/office/officeart/2008/layout/LinedList"/>
    <dgm:cxn modelId="{C66192E4-EC4B-4413-A07F-ACE394BFB9F7}" type="presParOf" srcId="{AE4FDEC5-E161-4C35-A6BD-E668DFDAA53F}" destId="{6A648C03-0731-450F-A2D0-4D37FA39CAD7}" srcOrd="2" destOrd="0" presId="urn:microsoft.com/office/officeart/2008/layout/LinedList"/>
    <dgm:cxn modelId="{D665797F-DA29-495C-BCCC-D1A70DAD0366}" type="presParOf" srcId="{AE4FDEC5-E161-4C35-A6BD-E668DFDAA53F}" destId="{DD997D75-784D-4978-9B00-757EAF7258C3}" srcOrd="3" destOrd="0" presId="urn:microsoft.com/office/officeart/2008/layout/LinedList"/>
    <dgm:cxn modelId="{728310F1-5303-4C80-BECC-53F0021C05A5}" type="presParOf" srcId="{DD997D75-784D-4978-9B00-757EAF7258C3}" destId="{26AF3FA6-9A54-4BBB-8CE4-DDB5C23073DF}" srcOrd="0" destOrd="0" presId="urn:microsoft.com/office/officeart/2008/layout/LinedList"/>
    <dgm:cxn modelId="{D82EF0CB-4470-4C94-B20F-CC9B77241386}" type="presParOf" srcId="{DD997D75-784D-4978-9B00-757EAF7258C3}" destId="{F0A98986-E4CF-4ECE-9840-B3C9131C3202}" srcOrd="1" destOrd="0" presId="urn:microsoft.com/office/officeart/2008/layout/LinedList"/>
    <dgm:cxn modelId="{356D0BD7-D1EC-4F85-BB02-C88495AD0279}" type="presParOf" srcId="{AE4FDEC5-E161-4C35-A6BD-E668DFDAA53F}" destId="{E18E0FD8-2573-4882-A3B7-F05B56767A79}" srcOrd="4" destOrd="0" presId="urn:microsoft.com/office/officeart/2008/layout/LinedList"/>
    <dgm:cxn modelId="{515BE93A-2BBB-4901-AB71-1E24C651EF56}" type="presParOf" srcId="{AE4FDEC5-E161-4C35-A6BD-E668DFDAA53F}" destId="{A7E81488-9CC8-446F-8309-93E47AF20157}" srcOrd="5" destOrd="0" presId="urn:microsoft.com/office/officeart/2008/layout/LinedList"/>
    <dgm:cxn modelId="{31EACAE3-B313-4B6E-AB16-035532D595BD}" type="presParOf" srcId="{A7E81488-9CC8-446F-8309-93E47AF20157}" destId="{9DD6D4DF-41F9-4DE3-A5EF-5FDCF9A3D18A}" srcOrd="0" destOrd="0" presId="urn:microsoft.com/office/officeart/2008/layout/LinedList"/>
    <dgm:cxn modelId="{6238BD62-2BD0-4AD3-997D-7EA7DFE84421}" type="presParOf" srcId="{A7E81488-9CC8-446F-8309-93E47AF20157}" destId="{AF9971C2-9363-43F9-94EB-FA6F6804070B}" srcOrd="1" destOrd="0" presId="urn:microsoft.com/office/officeart/2008/layout/LinedList"/>
    <dgm:cxn modelId="{99AF4288-30CB-4013-9728-4E5201B9C7BE}" type="presParOf" srcId="{AE4FDEC5-E161-4C35-A6BD-E668DFDAA53F}" destId="{681A9BF5-6CFB-4AA9-9B4A-96AD7DFD1382}" srcOrd="6" destOrd="0" presId="urn:microsoft.com/office/officeart/2008/layout/LinedList"/>
    <dgm:cxn modelId="{9CAC3BEB-8207-4239-9C52-E98D72B3794F}" type="presParOf" srcId="{AE4FDEC5-E161-4C35-A6BD-E668DFDAA53F}" destId="{5DF0D344-2AB5-4E6D-8610-E83567BED4FC}" srcOrd="7" destOrd="0" presId="urn:microsoft.com/office/officeart/2008/layout/LinedList"/>
    <dgm:cxn modelId="{08FD21FE-97A9-48B4-AE95-1181626ECB1B}" type="presParOf" srcId="{5DF0D344-2AB5-4E6D-8610-E83567BED4FC}" destId="{F51F3251-9AF4-4B76-A39D-5D38CC3A8927}" srcOrd="0" destOrd="0" presId="urn:microsoft.com/office/officeart/2008/layout/LinedList"/>
    <dgm:cxn modelId="{ECA36C76-DA3B-4316-A5FE-54E58EFA8C04}" type="presParOf" srcId="{5DF0D344-2AB5-4E6D-8610-E83567BED4FC}" destId="{1573CAEF-90D6-4653-9FA1-2A4931402D0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ABF49A-E270-4EF4-8AEC-4C12672DFA38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199385-57A7-430F-BE09-F3989876E4D0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69CEA3-7C82-4945-AE65-C68BD3372E50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Course: ITAI 3377</a:t>
          </a:r>
        </a:p>
      </dsp:txBody>
      <dsp:txXfrm>
        <a:off x="46529" y="2703902"/>
        <a:ext cx="2418750" cy="720000"/>
      </dsp:txXfrm>
    </dsp:sp>
    <dsp:sp modelId="{AB552E76-CD54-407C-8D0F-4B1117C3B720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5B081-C04A-4A0B-B233-011806D54BA9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42E04-A316-47D7-AEE9-BAB4563F8E86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Team: Jenner Ramos, Ryan Yauch, Maira Tanweer, Martin Demel</a:t>
          </a:r>
        </a:p>
      </dsp:txBody>
      <dsp:txXfrm>
        <a:off x="2888560" y="2703902"/>
        <a:ext cx="2418750" cy="720000"/>
      </dsp:txXfrm>
    </dsp:sp>
    <dsp:sp modelId="{4872FD91-240A-4D67-8461-3E586AEE8FA7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BCC9E-970B-4609-A82F-0A6F72CB1602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7D4794-7D29-4DE5-A88F-F0EE4FC8B818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Goal: Predict temperature using time-series machine learning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2C14D2-0506-40ED-B6C0-13AC13DF5315}">
      <dsp:nvSpPr>
        <dsp:cNvPr id="0" name=""/>
        <dsp:cNvSpPr/>
      </dsp:nvSpPr>
      <dsp:spPr>
        <a:xfrm>
          <a:off x="0" y="527702"/>
          <a:ext cx="8195871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Forecast future temperature values</a:t>
          </a:r>
        </a:p>
      </dsp:txBody>
      <dsp:txXfrm>
        <a:off x="35125" y="562827"/>
        <a:ext cx="8125621" cy="649299"/>
      </dsp:txXfrm>
    </dsp:sp>
    <dsp:sp modelId="{E5C2D10C-EE34-4541-9E7A-A1951A957156}">
      <dsp:nvSpPr>
        <dsp:cNvPr id="0" name=""/>
        <dsp:cNvSpPr/>
      </dsp:nvSpPr>
      <dsp:spPr>
        <a:xfrm>
          <a:off x="0" y="1333652"/>
          <a:ext cx="8195871" cy="71954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Data shows high volatility and sudden spikes</a:t>
          </a:r>
        </a:p>
      </dsp:txBody>
      <dsp:txXfrm>
        <a:off x="35125" y="1368777"/>
        <a:ext cx="8125621" cy="649299"/>
      </dsp:txXfrm>
    </dsp:sp>
    <dsp:sp modelId="{CB9274E5-19A2-4CB5-AB06-E1E73353F121}">
      <dsp:nvSpPr>
        <dsp:cNvPr id="0" name=""/>
        <dsp:cNvSpPr/>
      </dsp:nvSpPr>
      <dsp:spPr>
        <a:xfrm>
          <a:off x="0" y="2139602"/>
          <a:ext cx="8195871" cy="71954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Traditional models struggle with irregular patterns</a:t>
          </a:r>
        </a:p>
      </dsp:txBody>
      <dsp:txXfrm>
        <a:off x="35125" y="2174727"/>
        <a:ext cx="8125621" cy="649299"/>
      </dsp:txXfrm>
    </dsp:sp>
    <dsp:sp modelId="{E8B74F21-BCDE-4641-A975-B37F16B6C751}">
      <dsp:nvSpPr>
        <dsp:cNvPr id="0" name=""/>
        <dsp:cNvSpPr/>
      </dsp:nvSpPr>
      <dsp:spPr>
        <a:xfrm>
          <a:off x="0" y="2945552"/>
          <a:ext cx="8195871" cy="71954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Need a model that adapts to rapid changes</a:t>
          </a:r>
        </a:p>
      </dsp:txBody>
      <dsp:txXfrm>
        <a:off x="35125" y="2980677"/>
        <a:ext cx="8125621" cy="6492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4F30C0-DE1C-49AF-897A-E505DF6561FD}">
      <dsp:nvSpPr>
        <dsp:cNvPr id="0" name=""/>
        <dsp:cNvSpPr/>
      </dsp:nvSpPr>
      <dsp:spPr>
        <a:xfrm>
          <a:off x="376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4072E7-DE4E-4475-B4A3-E8AAF4F63B8E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244E6-80A0-4155-864C-EC0B2A2A6531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Minute-level time series data</a:t>
          </a:r>
        </a:p>
      </dsp:txBody>
      <dsp:txXfrm>
        <a:off x="25435" y="2456402"/>
        <a:ext cx="1800000" cy="720000"/>
      </dsp:txXfrm>
    </dsp:sp>
    <dsp:sp modelId="{8142C82D-C93C-4802-B3C5-6A3129AC17C3}">
      <dsp:nvSpPr>
        <dsp:cNvPr id="0" name=""/>
        <dsp:cNvSpPr/>
      </dsp:nvSpPr>
      <dsp:spPr>
        <a:xfrm>
          <a:off x="2491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F1552-6EDA-4E7D-958D-A6E40EF66219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E0680-85AC-4444-AFDF-BF48C14FE674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28,000+ observations</a:t>
          </a:r>
        </a:p>
      </dsp:txBody>
      <dsp:txXfrm>
        <a:off x="2140435" y="2456402"/>
        <a:ext cx="1800000" cy="720000"/>
      </dsp:txXfrm>
    </dsp:sp>
    <dsp:sp modelId="{73EDEDF5-BEB4-47D1-B24F-D5DB17C2B3F6}">
      <dsp:nvSpPr>
        <dsp:cNvPr id="0" name=""/>
        <dsp:cNvSpPr/>
      </dsp:nvSpPr>
      <dsp:spPr>
        <a:xfrm>
          <a:off x="4606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7A34F0-2F66-49D7-8F4D-EBBCC16684E2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4EA3B-E224-4F0E-AE59-7A932A261885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Features: temperature (target), indoor/outdoor (out_in)</a:t>
          </a:r>
        </a:p>
      </dsp:txBody>
      <dsp:txXfrm>
        <a:off x="4255435" y="2456402"/>
        <a:ext cx="1800000" cy="720000"/>
      </dsp:txXfrm>
    </dsp:sp>
    <dsp:sp modelId="{7EF35CE4-FB26-43DE-8B07-E62D533BF94A}">
      <dsp:nvSpPr>
        <dsp:cNvPr id="0" name=""/>
        <dsp:cNvSpPr/>
      </dsp:nvSpPr>
      <dsp:spPr>
        <a:xfrm>
          <a:off x="6721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A392A-25D1-4CA8-B4BF-B4FA23F156B8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41000D-0B49-4E49-A5E4-C390DF9FD721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Data cleaned, sorted, and prepared for modeling</a:t>
          </a:r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94CA3-75EC-45F9-925C-40E96A6A0F4E}">
      <dsp:nvSpPr>
        <dsp:cNvPr id="0" name=""/>
        <dsp:cNvSpPr/>
      </dsp:nvSpPr>
      <dsp:spPr>
        <a:xfrm>
          <a:off x="1640447" y="469"/>
          <a:ext cx="1487928" cy="1487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Data behaves unpredictably with sharp jumps</a:t>
          </a:r>
        </a:p>
      </dsp:txBody>
      <dsp:txXfrm>
        <a:off x="2012429" y="469"/>
        <a:ext cx="743964" cy="1227541"/>
      </dsp:txXfrm>
    </dsp:sp>
    <dsp:sp modelId="{F56E81CA-5E23-4C32-A193-8D433A77EAF3}">
      <dsp:nvSpPr>
        <dsp:cNvPr id="0" name=""/>
        <dsp:cNvSpPr/>
      </dsp:nvSpPr>
      <dsp:spPr>
        <a:xfrm rot="5400000">
          <a:off x="2760321" y="1120343"/>
          <a:ext cx="1487928" cy="1487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No strong trend or repeating seasonal pattern</a:t>
          </a:r>
        </a:p>
      </dsp:txBody>
      <dsp:txXfrm rot="-5400000">
        <a:off x="3020709" y="1492325"/>
        <a:ext cx="1227541" cy="743964"/>
      </dsp:txXfrm>
    </dsp:sp>
    <dsp:sp modelId="{4D037BA4-82F3-4F3D-AA6C-CC1C6A1CBD27}">
      <dsp:nvSpPr>
        <dsp:cNvPr id="0" name=""/>
        <dsp:cNvSpPr/>
      </dsp:nvSpPr>
      <dsp:spPr>
        <a:xfrm rot="10800000">
          <a:off x="1640447" y="2240216"/>
          <a:ext cx="1487928" cy="1487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Acts more like a regime-switching system</a:t>
          </a:r>
        </a:p>
      </dsp:txBody>
      <dsp:txXfrm rot="10800000">
        <a:off x="2012429" y="2500603"/>
        <a:ext cx="743964" cy="1227541"/>
      </dsp:txXfrm>
    </dsp:sp>
    <dsp:sp modelId="{5FB2F01D-CC54-4D8B-9664-B26DB3A8A434}">
      <dsp:nvSpPr>
        <dsp:cNvPr id="0" name=""/>
        <dsp:cNvSpPr/>
      </dsp:nvSpPr>
      <dsp:spPr>
        <a:xfrm rot="16200000">
          <a:off x="520573" y="1120343"/>
          <a:ext cx="1487928" cy="1487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Explains poor performance of statistical models</a:t>
          </a:r>
        </a:p>
      </dsp:txBody>
      <dsp:txXfrm rot="5400000">
        <a:off x="520574" y="1492325"/>
        <a:ext cx="1227541" cy="7439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4A0B26-5C64-42F7-A709-0CA9278C64A6}">
      <dsp:nvSpPr>
        <dsp:cNvPr id="0" name=""/>
        <dsp:cNvSpPr/>
      </dsp:nvSpPr>
      <dsp:spPr>
        <a:xfrm>
          <a:off x="0" y="0"/>
          <a:ext cx="459105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605C2-A97D-4952-BCD7-20E244B200AE}">
      <dsp:nvSpPr>
        <dsp:cNvPr id="0" name=""/>
        <dsp:cNvSpPr/>
      </dsp:nvSpPr>
      <dsp:spPr>
        <a:xfrm>
          <a:off x="0" y="0"/>
          <a:ext cx="4591050" cy="1296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Model used: Random Forest Regressor</a:t>
          </a:r>
        </a:p>
      </dsp:txBody>
      <dsp:txXfrm>
        <a:off x="0" y="0"/>
        <a:ext cx="4591050" cy="1296141"/>
      </dsp:txXfrm>
    </dsp:sp>
    <dsp:sp modelId="{AD1F1CA0-16DA-4C16-A4BF-533C6710BF98}">
      <dsp:nvSpPr>
        <dsp:cNvPr id="0" name=""/>
        <dsp:cNvSpPr/>
      </dsp:nvSpPr>
      <dsp:spPr>
        <a:xfrm>
          <a:off x="0" y="1296141"/>
          <a:ext cx="4591050" cy="0"/>
        </a:xfrm>
        <a:prstGeom prst="line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3162BE-9761-440F-8EE0-AC601E6A03FD}">
      <dsp:nvSpPr>
        <dsp:cNvPr id="0" name=""/>
        <dsp:cNvSpPr/>
      </dsp:nvSpPr>
      <dsp:spPr>
        <a:xfrm>
          <a:off x="0" y="1296141"/>
          <a:ext cx="4591050" cy="1296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Captures nonlinear relationships</a:t>
          </a:r>
        </a:p>
      </dsp:txBody>
      <dsp:txXfrm>
        <a:off x="0" y="1296141"/>
        <a:ext cx="4591050" cy="1296141"/>
      </dsp:txXfrm>
    </dsp:sp>
    <dsp:sp modelId="{4A141738-5057-4BCF-B30E-D45E73E1F6CB}">
      <dsp:nvSpPr>
        <dsp:cNvPr id="0" name=""/>
        <dsp:cNvSpPr/>
      </dsp:nvSpPr>
      <dsp:spPr>
        <a:xfrm>
          <a:off x="0" y="2592282"/>
          <a:ext cx="4591050" cy="0"/>
        </a:xfrm>
        <a:prstGeom prst="line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35EF57-7721-4780-9015-79C5804674E0}">
      <dsp:nvSpPr>
        <dsp:cNvPr id="0" name=""/>
        <dsp:cNvSpPr/>
      </dsp:nvSpPr>
      <dsp:spPr>
        <a:xfrm>
          <a:off x="0" y="2592282"/>
          <a:ext cx="4591050" cy="1296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Responds better to sudden changes</a:t>
          </a:r>
        </a:p>
      </dsp:txBody>
      <dsp:txXfrm>
        <a:off x="0" y="2592282"/>
        <a:ext cx="4591050" cy="1296141"/>
      </dsp:txXfrm>
    </dsp:sp>
    <dsp:sp modelId="{4930AD27-9F68-4072-BABD-E6A8E9776425}">
      <dsp:nvSpPr>
        <dsp:cNvPr id="0" name=""/>
        <dsp:cNvSpPr/>
      </dsp:nvSpPr>
      <dsp:spPr>
        <a:xfrm>
          <a:off x="0" y="3888423"/>
          <a:ext cx="4591050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929DA4-1A9B-4211-B0A1-5DB935D8E90D}">
      <dsp:nvSpPr>
        <dsp:cNvPr id="0" name=""/>
        <dsp:cNvSpPr/>
      </dsp:nvSpPr>
      <dsp:spPr>
        <a:xfrm>
          <a:off x="0" y="3888423"/>
          <a:ext cx="4591050" cy="1296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Significant improvement over baseline model</a:t>
          </a:r>
        </a:p>
      </dsp:txBody>
      <dsp:txXfrm>
        <a:off x="0" y="3888423"/>
        <a:ext cx="4591050" cy="129614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3EBED-27E2-48C1-B8D4-7F2D390D82A4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215758-A97C-4F6F-8CA5-DC4238A08E66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D4A9B-53BA-4E37-A4D4-898B08AB2DF9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Variational Autoencoder generates synthetic data</a:t>
          </a:r>
        </a:p>
      </dsp:txBody>
      <dsp:txXfrm>
        <a:off x="1428292" y="2439"/>
        <a:ext cx="3297908" cy="1236616"/>
      </dsp:txXfrm>
    </dsp:sp>
    <dsp:sp modelId="{6455347C-2B67-4ADE-996B-8B2EEDC46C9E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F32E1-676B-4CC2-B2EC-B02B2D5235FC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46A29-29F9-47E8-AE5D-AE22C45DB251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Uses latent space to simulate temperature sequences</a:t>
          </a:r>
        </a:p>
      </dsp:txBody>
      <dsp:txXfrm>
        <a:off x="1428292" y="1548210"/>
        <a:ext cx="3297908" cy="1236616"/>
      </dsp:txXfrm>
    </dsp:sp>
    <dsp:sp modelId="{744B623B-6B2E-4963-9459-D026FB4EFF64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AE5BB2-C514-4110-B619-54539B3D61CE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A8D38-130E-4EDC-84C9-20E7697083F8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Goal: improve model with more training data</a:t>
          </a:r>
        </a:p>
      </dsp:txBody>
      <dsp:txXfrm>
        <a:off x="1428292" y="3093981"/>
        <a:ext cx="3297908" cy="1236616"/>
      </dsp:txXfrm>
    </dsp:sp>
    <dsp:sp modelId="{CB908954-5B2C-4CD3-BF8B-813B6A6CC2F9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4F2A3-9B3A-43A9-B8FC-ABF440BF3DB6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EE808-0A0A-4E3E-8774-F0DC39CB53E9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Challenge: synthetic data lacked variability</a:t>
          </a:r>
        </a:p>
      </dsp:txBody>
      <dsp:txXfrm>
        <a:off x="1428292" y="4639752"/>
        <a:ext cx="3297908" cy="12366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7E932-EAF7-4395-9923-31557BFAF8D7}">
      <dsp:nvSpPr>
        <dsp:cNvPr id="0" name=""/>
        <dsp:cNvSpPr/>
      </dsp:nvSpPr>
      <dsp:spPr>
        <a:xfrm>
          <a:off x="0" y="0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99AA2F0-516D-4296-BB2F-502240EFE599}">
      <dsp:nvSpPr>
        <dsp:cNvPr id="0" name=""/>
        <dsp:cNvSpPr/>
      </dsp:nvSpPr>
      <dsp:spPr>
        <a:xfrm>
          <a:off x="0" y="0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Original Model MAE: 0.83, RMSE: 1.56</a:t>
          </a:r>
        </a:p>
      </dsp:txBody>
      <dsp:txXfrm>
        <a:off x="0" y="0"/>
        <a:ext cx="3815379" cy="902354"/>
      </dsp:txXfrm>
    </dsp:sp>
    <dsp:sp modelId="{69F8DAC7-EDC5-4B74-BCFD-1290AA10185C}">
      <dsp:nvSpPr>
        <dsp:cNvPr id="0" name=""/>
        <dsp:cNvSpPr/>
      </dsp:nvSpPr>
      <dsp:spPr>
        <a:xfrm>
          <a:off x="0" y="902354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EC4DB14-BC74-42A7-8BA4-D6EB5FB14465}">
      <dsp:nvSpPr>
        <dsp:cNvPr id="0" name=""/>
        <dsp:cNvSpPr/>
      </dsp:nvSpPr>
      <dsp:spPr>
        <a:xfrm>
          <a:off x="0" y="902354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Augmented Model MAE: 0.95, RMSE: 1.78</a:t>
          </a:r>
        </a:p>
      </dsp:txBody>
      <dsp:txXfrm>
        <a:off x="0" y="902354"/>
        <a:ext cx="3815379" cy="902354"/>
      </dsp:txXfrm>
    </dsp:sp>
    <dsp:sp modelId="{BEB5153E-1376-49C7-9737-3620D89563BA}">
      <dsp:nvSpPr>
        <dsp:cNvPr id="0" name=""/>
        <dsp:cNvSpPr/>
      </dsp:nvSpPr>
      <dsp:spPr>
        <a:xfrm>
          <a:off x="0" y="1804708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A4488E5-C8AF-41FE-B7C2-9F397D11DDF1}">
      <dsp:nvSpPr>
        <dsp:cNvPr id="0" name=""/>
        <dsp:cNvSpPr/>
      </dsp:nvSpPr>
      <dsp:spPr>
        <a:xfrm>
          <a:off x="0" y="1804708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Original model performed better</a:t>
          </a:r>
        </a:p>
      </dsp:txBody>
      <dsp:txXfrm>
        <a:off x="0" y="1804708"/>
        <a:ext cx="3815379" cy="902354"/>
      </dsp:txXfrm>
    </dsp:sp>
    <dsp:sp modelId="{C3D1AC9C-46AE-47F3-906C-0C655B9B5451}">
      <dsp:nvSpPr>
        <dsp:cNvPr id="0" name=""/>
        <dsp:cNvSpPr/>
      </dsp:nvSpPr>
      <dsp:spPr>
        <a:xfrm>
          <a:off x="0" y="2707062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D723593-4439-4332-87CD-E9882945F590}">
      <dsp:nvSpPr>
        <dsp:cNvPr id="0" name=""/>
        <dsp:cNvSpPr/>
      </dsp:nvSpPr>
      <dsp:spPr>
        <a:xfrm>
          <a:off x="0" y="2707062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Synthetic data introduced noise</a:t>
          </a:r>
        </a:p>
      </dsp:txBody>
      <dsp:txXfrm>
        <a:off x="0" y="2707062"/>
        <a:ext cx="3815379" cy="9023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599DB2-6AA2-4645-BCE5-089BEA580CFE}">
      <dsp:nvSpPr>
        <dsp:cNvPr id="0" name=""/>
        <dsp:cNvSpPr/>
      </dsp:nvSpPr>
      <dsp:spPr>
        <a:xfrm>
          <a:off x="0" y="0"/>
          <a:ext cx="381537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AA4F6-B567-412D-9A3F-AE0E830684A0}">
      <dsp:nvSpPr>
        <dsp:cNvPr id="0" name=""/>
        <dsp:cNvSpPr/>
      </dsp:nvSpPr>
      <dsp:spPr>
        <a:xfrm>
          <a:off x="0" y="0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Feature engineering improved performance significantly</a:t>
          </a:r>
        </a:p>
      </dsp:txBody>
      <dsp:txXfrm>
        <a:off x="0" y="0"/>
        <a:ext cx="3815379" cy="902354"/>
      </dsp:txXfrm>
    </dsp:sp>
    <dsp:sp modelId="{6A648C03-0731-450F-A2D0-4D37FA39CAD7}">
      <dsp:nvSpPr>
        <dsp:cNvPr id="0" name=""/>
        <dsp:cNvSpPr/>
      </dsp:nvSpPr>
      <dsp:spPr>
        <a:xfrm>
          <a:off x="0" y="902354"/>
          <a:ext cx="381537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F3FA6-9A54-4BBB-8CE4-DDB5C23073DF}">
      <dsp:nvSpPr>
        <dsp:cNvPr id="0" name=""/>
        <dsp:cNvSpPr/>
      </dsp:nvSpPr>
      <dsp:spPr>
        <a:xfrm>
          <a:off x="0" y="902354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Random Forest handled variability better</a:t>
          </a:r>
        </a:p>
      </dsp:txBody>
      <dsp:txXfrm>
        <a:off x="0" y="902354"/>
        <a:ext cx="3815379" cy="902354"/>
      </dsp:txXfrm>
    </dsp:sp>
    <dsp:sp modelId="{E18E0FD8-2573-4882-A3B7-F05B56767A79}">
      <dsp:nvSpPr>
        <dsp:cNvPr id="0" name=""/>
        <dsp:cNvSpPr/>
      </dsp:nvSpPr>
      <dsp:spPr>
        <a:xfrm>
          <a:off x="0" y="1804708"/>
          <a:ext cx="381537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6D4DF-41F9-4DE3-A5EF-5FDCF9A3D18A}">
      <dsp:nvSpPr>
        <dsp:cNvPr id="0" name=""/>
        <dsp:cNvSpPr/>
      </dsp:nvSpPr>
      <dsp:spPr>
        <a:xfrm>
          <a:off x="0" y="1804708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VAE augmentation did not improve results</a:t>
          </a:r>
        </a:p>
      </dsp:txBody>
      <dsp:txXfrm>
        <a:off x="0" y="1804708"/>
        <a:ext cx="3815379" cy="902354"/>
      </dsp:txXfrm>
    </dsp:sp>
    <dsp:sp modelId="{681A9BF5-6CFB-4AA9-9B4A-96AD7DFD1382}">
      <dsp:nvSpPr>
        <dsp:cNvPr id="0" name=""/>
        <dsp:cNvSpPr/>
      </dsp:nvSpPr>
      <dsp:spPr>
        <a:xfrm>
          <a:off x="0" y="2707062"/>
          <a:ext cx="381537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F3251-9AF4-4B76-A39D-5D38CC3A8927}">
      <dsp:nvSpPr>
        <dsp:cNvPr id="0" name=""/>
        <dsp:cNvSpPr/>
      </dsp:nvSpPr>
      <dsp:spPr>
        <a:xfrm>
          <a:off x="0" y="2707062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Future work: classification or hybrid models</a:t>
          </a:r>
        </a:p>
      </dsp:txBody>
      <dsp:txXfrm>
        <a:off x="0" y="2707062"/>
        <a:ext cx="3815379" cy="9023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Temperature Forecasting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70265B-47A6-9329-0340-49B75474F6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065177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77D5B1-C0AB-CB3D-ABD0-E4EDED34A6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26616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0E5877-0C89-F0B9-50B2-29A48E7948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075683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Baseline Model: AutoARIMA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1700"/>
              <a:t>Statistical forecasting model</a:t>
            </a:r>
          </a:p>
          <a:p>
            <a:pPr>
              <a:defRPr sz="2000"/>
            </a:pPr>
            <a:r>
              <a:rPr lang="en-US" sz="1700"/>
              <a:t>Automatically detects trends and seasonality</a:t>
            </a:r>
          </a:p>
          <a:p>
            <a:pPr>
              <a:defRPr sz="2000"/>
            </a:pPr>
            <a:r>
              <a:rPr lang="en-US" sz="1700"/>
              <a:t>Result: nearly constant predictions</a:t>
            </a:r>
          </a:p>
          <a:p>
            <a:pPr>
              <a:defRPr sz="2000"/>
            </a:pPr>
            <a:r>
              <a:rPr lang="en-US" sz="1700"/>
              <a:t>Failed to capture real variability in data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84CADE58-8A89-09F0-4D00-96BEFA38CF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39" r="32048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5897CCA-486C-491C-B4C1-5E5C95A82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991" y="385474"/>
            <a:ext cx="4767454" cy="1843283"/>
          </a:xfrm>
        </p:spPr>
        <p:txBody>
          <a:bodyPr>
            <a:normAutofit/>
          </a:bodyPr>
          <a:lstStyle/>
          <a:p>
            <a:r>
              <a:rPr lang="en-US" sz="3500"/>
              <a:t>Key Insight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544C83-BC92-B2FD-100C-03EF8F0297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881" r="17426" b="-2"/>
          <a:stretch>
            <a:fillRect/>
          </a:stretch>
        </p:blipFill>
        <p:spPr>
          <a:xfrm>
            <a:off x="5667306" y="557190"/>
            <a:ext cx="2996946" cy="5571896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C91336-E6A1-9904-C632-E58AA35F15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506454"/>
              </p:ext>
            </p:extLst>
          </p:nvPr>
        </p:nvGraphicFramePr>
        <p:xfrm>
          <a:off x="623990" y="2400472"/>
          <a:ext cx="4768824" cy="3728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ree people in front of a large window">
            <a:extLst>
              <a:ext uri="{FF2B5EF4-FFF2-40B4-BE49-F238E27FC236}">
                <a16:creationId xmlns:a16="http://schemas.microsoft.com/office/drawing/2014/main" id="{5298786C-B565-ADE7-4335-F6E2742215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55" r="7522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en-US" sz="350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1700"/>
              <a:t>Time features: hour of day, day of week</a:t>
            </a:r>
          </a:p>
          <a:p>
            <a:pPr>
              <a:defRPr sz="2000"/>
            </a:pPr>
            <a:r>
              <a:rPr lang="en-US" sz="1700"/>
              <a:t>Lag features: previous temperature values</a:t>
            </a:r>
          </a:p>
          <a:p>
            <a:pPr>
              <a:defRPr sz="2000"/>
            </a:pPr>
            <a:r>
              <a:rPr lang="en-US" sz="1700"/>
              <a:t>Context feature: indoor vs outdoor (out_in)</a:t>
            </a:r>
          </a:p>
          <a:p>
            <a:pPr>
              <a:defRPr sz="2000"/>
            </a:pPr>
            <a:r>
              <a:rPr lang="en-US" sz="1700"/>
              <a:t>Adds memory and environmental context to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3436144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E6AA4D-EC17-45B5-B621-DF0FD91FD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00" y="1641752"/>
            <a:ext cx="1991915" cy="4384188"/>
          </a:xfrm>
        </p:spPr>
        <p:txBody>
          <a:bodyPr anchor="t">
            <a:normAutofit/>
          </a:bodyPr>
          <a:lstStyle/>
          <a:p>
            <a:r>
              <a:rPr lang="en-US" sz="3500">
                <a:solidFill>
                  <a:schemeClr val="bg1"/>
                </a:solidFill>
              </a:rPr>
              <a:t>Machine Learning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448E7B-CC82-6C30-5753-1C2B9D04CF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3218918"/>
              </p:ext>
            </p:extLst>
          </p:nvPr>
        </p:nvGraphicFramePr>
        <p:xfrm>
          <a:off x="3924300" y="841375"/>
          <a:ext cx="4591050" cy="5184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VAE Data Augmentation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69F66B-B0BB-E417-3055-0B044D01BF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790923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35A262-7106-4571-BE09-CFA60A9DB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6F043C-2A2A-4ECE-99FC-9670FAF95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600200" y="685800"/>
            <a:ext cx="7543800" cy="54864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85800"/>
            <a:ext cx="3815379" cy="1692835"/>
          </a:xfrm>
        </p:spPr>
        <p:txBody>
          <a:bodyPr anchor="t">
            <a:normAutofit/>
          </a:bodyPr>
          <a:lstStyle/>
          <a:p>
            <a:pPr algn="l"/>
            <a:r>
              <a:t>Model Comparison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6FE5A8-8C9A-4D97-A7C4-21492965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823" y="685797"/>
            <a:ext cx="89154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076E2B-DAFE-C47D-4816-0C722A653D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68" r="20371" b="2"/>
          <a:stretch>
            <a:fillRect/>
          </a:stretch>
        </p:blipFill>
        <p:spPr>
          <a:xfrm>
            <a:off x="5145741" y="1048447"/>
            <a:ext cx="3603812" cy="480508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297F2B-78AD-4022-83A4-78FC55E11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54846" y="6172201"/>
            <a:ext cx="89154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12C21B-6F9C-C379-C34D-59A9070230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3362750"/>
              </p:ext>
            </p:extLst>
          </p:nvPr>
        </p:nvGraphicFramePr>
        <p:xfrm>
          <a:off x="1097280" y="2562784"/>
          <a:ext cx="3815379" cy="3609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35A262-7106-4571-BE09-CFA60A9DB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6F043C-2A2A-4ECE-99FC-9670FAF95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600200" y="685800"/>
            <a:ext cx="7543800" cy="54864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85800"/>
            <a:ext cx="3815379" cy="1692835"/>
          </a:xfrm>
        </p:spPr>
        <p:txBody>
          <a:bodyPr anchor="t">
            <a:normAutofit/>
          </a:bodyPr>
          <a:lstStyle/>
          <a:p>
            <a:pPr algn="l"/>
            <a:r>
              <a:t>Conclusion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6FE5A8-8C9A-4D97-A7C4-21492965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823" y="685797"/>
            <a:ext cx="89154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B4DEF1-D5BD-3D64-B6B8-2839CA00CE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560" r="4315" b="1"/>
          <a:stretch>
            <a:fillRect/>
          </a:stretch>
        </p:blipFill>
        <p:spPr>
          <a:xfrm>
            <a:off x="5145741" y="1048447"/>
            <a:ext cx="3603812" cy="480508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297F2B-78AD-4022-83A4-78FC55E11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54846" y="6172201"/>
            <a:ext cx="89154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AA68CB-9734-4A8F-E19F-91F092DB7E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5792067"/>
              </p:ext>
            </p:extLst>
          </p:nvPr>
        </p:nvGraphicFramePr>
        <p:xfrm>
          <a:off x="1097280" y="2562784"/>
          <a:ext cx="3815379" cy="3609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277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Helvetica Neue Medium</vt:lpstr>
      <vt:lpstr>Office Theme</vt:lpstr>
      <vt:lpstr>Temperature Forecasting Project</vt:lpstr>
      <vt:lpstr>Problem Statement</vt:lpstr>
      <vt:lpstr>Dataset Overview</vt:lpstr>
      <vt:lpstr>Baseline Model: AutoARIMA</vt:lpstr>
      <vt:lpstr>Key Insight</vt:lpstr>
      <vt:lpstr>Feature Engineering</vt:lpstr>
      <vt:lpstr>Machine Learning Model</vt:lpstr>
      <vt:lpstr>VAE Data Augmentation</vt:lpstr>
      <vt:lpstr>Model Comparison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jenner ramso</cp:lastModifiedBy>
  <cp:revision>2</cp:revision>
  <dcterms:created xsi:type="dcterms:W3CDTF">2013-01-27T09:14:16Z</dcterms:created>
  <dcterms:modified xsi:type="dcterms:W3CDTF">2026-03-26T03:41:03Z</dcterms:modified>
  <cp:category/>
</cp:coreProperties>
</file>